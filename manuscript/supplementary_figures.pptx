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7" r:id="rId4"/>
    <p:sldId id="268" r:id="rId5"/>
    <p:sldId id="269" r:id="rId6"/>
    <p:sldId id="270" r:id="rId7"/>
    <p:sldId id="271" r:id="rId8"/>
    <p:sldId id="272" r:id="rId9"/>
    <p:sldId id="260" r:id="rId10"/>
    <p:sldId id="280" r:id="rId11"/>
    <p:sldId id="257" r:id="rId12"/>
    <p:sldId id="273" r:id="rId13"/>
    <p:sldId id="275" r:id="rId14"/>
    <p:sldId id="277" r:id="rId15"/>
    <p:sldId id="281" r:id="rId16"/>
    <p:sldId id="265" r:id="rId17"/>
    <p:sldId id="279" r:id="rId18"/>
    <p:sldId id="274" r:id="rId19"/>
    <p:sldId id="264" r:id="rId20"/>
    <p:sldId id="261" r:id="rId21"/>
    <p:sldId id="262" r:id="rId22"/>
    <p:sldId id="266" r:id="rId23"/>
  </p:sldIdLst>
  <p:sldSz cx="12192000" cy="6858000"/>
  <p:notesSz cx="6858000" cy="9144000"/>
  <p:defaultTextStyle>
    <a:defPPr>
      <a:defRPr lang="en-G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97974-9382-EE46-93E6-C2A83D30BA34}" v="42" dt="2026-03-02T23:39:45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643"/>
  </p:normalViewPr>
  <p:slideViewPr>
    <p:cSldViewPr snapToGrid="0">
      <p:cViewPr varScale="1">
        <p:scale>
          <a:sx n="110" d="100"/>
          <a:sy n="110" d="100"/>
        </p:scale>
        <p:origin x="20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20014" cy="12001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hamadou Fadel Diop" userId="e8033607-87e7-4749-a390-84e8655f9c7e" providerId="ADAL" clId="{01BBDFA7-62C8-50AA-9B60-9C5DA7812E9F}"/>
    <pc:docChg chg="undo custSel addSld delSld modSld sldOrd">
      <pc:chgData name="Mouhamadou Fadel Diop" userId="e8033607-87e7-4749-a390-84e8655f9c7e" providerId="ADAL" clId="{01BBDFA7-62C8-50AA-9B60-9C5DA7812E9F}" dt="2026-03-04T06:49:09.142" v="354" actId="2696"/>
      <pc:docMkLst>
        <pc:docMk/>
      </pc:docMkLst>
      <pc:sldChg chg="addSp delSp modSp mod ord">
        <pc:chgData name="Mouhamadou Fadel Diop" userId="e8033607-87e7-4749-a390-84e8655f9c7e" providerId="ADAL" clId="{01BBDFA7-62C8-50AA-9B60-9C5DA7812E9F}" dt="2026-03-02T23:27:46.778" v="257"/>
        <pc:sldMkLst>
          <pc:docMk/>
          <pc:sldMk cId="60823892" sldId="257"/>
        </pc:sldMkLst>
        <pc:spChg chg="add mod">
          <ac:chgData name="Mouhamadou Fadel Diop" userId="e8033607-87e7-4749-a390-84e8655f9c7e" providerId="ADAL" clId="{01BBDFA7-62C8-50AA-9B60-9C5DA7812E9F}" dt="2026-03-02T23:27:46.778" v="257"/>
          <ac:spMkLst>
            <pc:docMk/>
            <pc:sldMk cId="60823892" sldId="257"/>
            <ac:spMk id="2" creationId="{1CFB6DDD-DC19-6D10-745E-EAF0D0F0888B}"/>
          </ac:spMkLst>
        </pc:spChg>
        <pc:picChg chg="mod">
          <ac:chgData name="Mouhamadou Fadel Diop" userId="e8033607-87e7-4749-a390-84e8655f9c7e" providerId="ADAL" clId="{01BBDFA7-62C8-50AA-9B60-9C5DA7812E9F}" dt="2026-03-02T23:27:41.404" v="255" actId="1076"/>
          <ac:picMkLst>
            <pc:docMk/>
            <pc:sldMk cId="60823892" sldId="257"/>
            <ac:picMk id="9" creationId="{31F3AD86-F668-B945-68C7-D76A45A2086B}"/>
          </ac:picMkLst>
        </pc:picChg>
      </pc:sldChg>
      <pc:sldChg chg="addSp delSp modSp mod">
        <pc:chgData name="Mouhamadou Fadel Diop" userId="e8033607-87e7-4749-a390-84e8655f9c7e" providerId="ADAL" clId="{01BBDFA7-62C8-50AA-9B60-9C5DA7812E9F}" dt="2026-03-02T18:52:26.120" v="85" actId="1076"/>
        <pc:sldMkLst>
          <pc:docMk/>
          <pc:sldMk cId="2571424135" sldId="258"/>
        </pc:sldMkLst>
        <pc:spChg chg="add mod">
          <ac:chgData name="Mouhamadou Fadel Diop" userId="e8033607-87e7-4749-a390-84e8655f9c7e" providerId="ADAL" clId="{01BBDFA7-62C8-50AA-9B60-9C5DA7812E9F}" dt="2026-03-02T18:52:26.120" v="85" actId="1076"/>
          <ac:spMkLst>
            <pc:docMk/>
            <pc:sldMk cId="2571424135" sldId="258"/>
            <ac:spMk id="3" creationId="{03C4EDEC-0119-E658-84D8-EED1E2DA180A}"/>
          </ac:spMkLst>
        </pc:spChg>
        <pc:picChg chg="add mod">
          <ac:chgData name="Mouhamadou Fadel Diop" userId="e8033607-87e7-4749-a390-84e8655f9c7e" providerId="ADAL" clId="{01BBDFA7-62C8-50AA-9B60-9C5DA7812E9F}" dt="2026-03-02T18:51:55.677" v="82" actId="1076"/>
          <ac:picMkLst>
            <pc:docMk/>
            <pc:sldMk cId="2571424135" sldId="258"/>
            <ac:picMk id="2" creationId="{7ECC3CDC-C2A2-D81D-AE3F-5AE812522FCC}"/>
          </ac:picMkLst>
        </pc:picChg>
      </pc:sldChg>
      <pc:sldChg chg="addSp delSp modSp mod">
        <pc:chgData name="Mouhamadou Fadel Diop" userId="e8033607-87e7-4749-a390-84e8655f9c7e" providerId="ADAL" clId="{01BBDFA7-62C8-50AA-9B60-9C5DA7812E9F}" dt="2026-03-04T06:45:18.963" v="320" actId="1076"/>
        <pc:sldMkLst>
          <pc:docMk/>
          <pc:sldMk cId="4245031970" sldId="259"/>
        </pc:sldMkLst>
        <pc:spChg chg="add mod">
          <ac:chgData name="Mouhamadou Fadel Diop" userId="e8033607-87e7-4749-a390-84e8655f9c7e" providerId="ADAL" clId="{01BBDFA7-62C8-50AA-9B60-9C5DA7812E9F}" dt="2026-03-02T18:53:05.023" v="100" actId="115"/>
          <ac:spMkLst>
            <pc:docMk/>
            <pc:sldMk cId="4245031970" sldId="259"/>
            <ac:spMk id="3" creationId="{986BAFAA-E75A-7715-9540-F25FE036A496}"/>
          </ac:spMkLst>
        </pc:spChg>
        <pc:picChg chg="add mod">
          <ac:chgData name="Mouhamadou Fadel Diop" userId="e8033607-87e7-4749-a390-84e8655f9c7e" providerId="ADAL" clId="{01BBDFA7-62C8-50AA-9B60-9C5DA7812E9F}" dt="2026-03-04T06:45:18.963" v="320" actId="1076"/>
          <ac:picMkLst>
            <pc:docMk/>
            <pc:sldMk cId="4245031970" sldId="259"/>
            <ac:picMk id="2" creationId="{EF385217-C790-727F-E39A-4924117695A8}"/>
          </ac:picMkLst>
        </pc:picChg>
      </pc:sldChg>
      <pc:sldChg chg="addSp delSp modSp mod ord">
        <pc:chgData name="Mouhamadou Fadel Diop" userId="e8033607-87e7-4749-a390-84e8655f9c7e" providerId="ADAL" clId="{01BBDFA7-62C8-50AA-9B60-9C5DA7812E9F}" dt="2026-03-04T06:46:20.023" v="331" actId="1076"/>
        <pc:sldMkLst>
          <pc:docMk/>
          <pc:sldMk cId="3928758185" sldId="260"/>
        </pc:sldMkLst>
        <pc:spChg chg="add mod">
          <ac:chgData name="Mouhamadou Fadel Diop" userId="e8033607-87e7-4749-a390-84e8655f9c7e" providerId="ADAL" clId="{01BBDFA7-62C8-50AA-9B60-9C5DA7812E9F}" dt="2026-03-02T18:57:38.447" v="128" actId="20577"/>
          <ac:spMkLst>
            <pc:docMk/>
            <pc:sldMk cId="3928758185" sldId="260"/>
            <ac:spMk id="19" creationId="{4D1A0244-E300-25B0-6C1B-8AC9303EC2CD}"/>
          </ac:spMkLst>
        </pc:spChg>
        <pc:picChg chg="add mod">
          <ac:chgData name="Mouhamadou Fadel Diop" userId="e8033607-87e7-4749-a390-84e8655f9c7e" providerId="ADAL" clId="{01BBDFA7-62C8-50AA-9B60-9C5DA7812E9F}" dt="2026-03-04T06:46:20.023" v="331" actId="1076"/>
          <ac:picMkLst>
            <pc:docMk/>
            <pc:sldMk cId="3928758185" sldId="260"/>
            <ac:picMk id="4" creationId="{3989129D-4084-3AD3-DE77-3FF4F5FC8F8F}"/>
          </ac:picMkLst>
        </pc:picChg>
      </pc:sldChg>
      <pc:sldChg chg="del">
        <pc:chgData name="Mouhamadou Fadel Diop" userId="e8033607-87e7-4749-a390-84e8655f9c7e" providerId="ADAL" clId="{01BBDFA7-62C8-50AA-9B60-9C5DA7812E9F}" dt="2026-03-04T06:49:09.142" v="354" actId="2696"/>
        <pc:sldMkLst>
          <pc:docMk/>
          <pc:sldMk cId="39590076" sldId="263"/>
        </pc:sldMkLst>
      </pc:sldChg>
      <pc:sldChg chg="delSp modSp mod ord">
        <pc:chgData name="Mouhamadou Fadel Diop" userId="e8033607-87e7-4749-a390-84e8655f9c7e" providerId="ADAL" clId="{01BBDFA7-62C8-50AA-9B60-9C5DA7812E9F}" dt="2026-03-04T06:48:42.801" v="353" actId="1076"/>
        <pc:sldMkLst>
          <pc:docMk/>
          <pc:sldMk cId="3179478693" sldId="264"/>
        </pc:sldMkLst>
        <pc:picChg chg="mod">
          <ac:chgData name="Mouhamadou Fadel Diop" userId="e8033607-87e7-4749-a390-84e8655f9c7e" providerId="ADAL" clId="{01BBDFA7-62C8-50AA-9B60-9C5DA7812E9F}" dt="2026-03-04T06:48:42.801" v="353" actId="1076"/>
          <ac:picMkLst>
            <pc:docMk/>
            <pc:sldMk cId="3179478693" sldId="264"/>
            <ac:picMk id="3" creationId="{285D7C27-3E00-D514-CBB8-032C0C4875A0}"/>
          </ac:picMkLst>
        </pc:picChg>
        <pc:picChg chg="mod modCrop">
          <ac:chgData name="Mouhamadou Fadel Diop" userId="e8033607-87e7-4749-a390-84e8655f9c7e" providerId="ADAL" clId="{01BBDFA7-62C8-50AA-9B60-9C5DA7812E9F}" dt="2026-03-04T06:48:39.230" v="352" actId="1076"/>
          <ac:picMkLst>
            <pc:docMk/>
            <pc:sldMk cId="3179478693" sldId="264"/>
            <ac:picMk id="5" creationId="{AB46E7B0-D956-175A-0DEB-48C26391B6A0}"/>
          </ac:picMkLst>
        </pc:picChg>
        <pc:picChg chg="del mod modCrop">
          <ac:chgData name="Mouhamadou Fadel Diop" userId="e8033607-87e7-4749-a390-84e8655f9c7e" providerId="ADAL" clId="{01BBDFA7-62C8-50AA-9B60-9C5DA7812E9F}" dt="2026-03-04T06:48:34.679" v="351" actId="478"/>
          <ac:picMkLst>
            <pc:docMk/>
            <pc:sldMk cId="3179478693" sldId="264"/>
            <ac:picMk id="7" creationId="{C3D656BF-E56D-308F-CC8C-4BEA1C3A431E}"/>
          </ac:picMkLst>
        </pc:picChg>
      </pc:sldChg>
      <pc:sldChg chg="addSp modSp mod ord">
        <pc:chgData name="Mouhamadou Fadel Diop" userId="e8033607-87e7-4749-a390-84e8655f9c7e" providerId="ADAL" clId="{01BBDFA7-62C8-50AA-9B60-9C5DA7812E9F}" dt="2026-03-04T06:47:58.044" v="346" actId="1076"/>
        <pc:sldMkLst>
          <pc:docMk/>
          <pc:sldMk cId="2149425466" sldId="265"/>
        </pc:sldMkLst>
        <pc:spChg chg="add mod">
          <ac:chgData name="Mouhamadou Fadel Diop" userId="e8033607-87e7-4749-a390-84e8655f9c7e" providerId="ADAL" clId="{01BBDFA7-62C8-50AA-9B60-9C5DA7812E9F}" dt="2026-03-04T06:47:52.420" v="345" actId="1076"/>
          <ac:spMkLst>
            <pc:docMk/>
            <pc:sldMk cId="2149425466" sldId="265"/>
            <ac:spMk id="3" creationId="{8BA7AA8E-3727-DC34-8438-440698F9A46B}"/>
          </ac:spMkLst>
        </pc:spChg>
        <pc:picChg chg="mod">
          <ac:chgData name="Mouhamadou Fadel Diop" userId="e8033607-87e7-4749-a390-84e8655f9c7e" providerId="ADAL" clId="{01BBDFA7-62C8-50AA-9B60-9C5DA7812E9F}" dt="2026-03-04T06:47:58.044" v="346" actId="1076"/>
          <ac:picMkLst>
            <pc:docMk/>
            <pc:sldMk cId="2149425466" sldId="265"/>
            <ac:picMk id="2" creationId="{FC6F73CE-1DBB-F875-9E74-D60BF9D4A4ED}"/>
          </ac:picMkLst>
        </pc:picChg>
      </pc:sldChg>
      <pc:sldChg chg="addSp modSp add mod">
        <pc:chgData name="Mouhamadou Fadel Diop" userId="e8033607-87e7-4749-a390-84e8655f9c7e" providerId="ADAL" clId="{01BBDFA7-62C8-50AA-9B60-9C5DA7812E9F}" dt="2026-03-04T06:45:24.067" v="321" actId="1076"/>
        <pc:sldMkLst>
          <pc:docMk/>
          <pc:sldMk cId="3532311658" sldId="267"/>
        </pc:sldMkLst>
        <pc:spChg chg="add mod">
          <ac:chgData name="Mouhamadou Fadel Diop" userId="e8033607-87e7-4749-a390-84e8655f9c7e" providerId="ADAL" clId="{01BBDFA7-62C8-50AA-9B60-9C5DA7812E9F}" dt="2026-03-02T18:53:27.306" v="104" actId="20577"/>
          <ac:spMkLst>
            <pc:docMk/>
            <pc:sldMk cId="3532311658" sldId="267"/>
            <ac:spMk id="3" creationId="{878E6709-547D-0099-3EB5-69770EA78B38}"/>
          </ac:spMkLst>
        </pc:spChg>
        <pc:picChg chg="add mod">
          <ac:chgData name="Mouhamadou Fadel Diop" userId="e8033607-87e7-4749-a390-84e8655f9c7e" providerId="ADAL" clId="{01BBDFA7-62C8-50AA-9B60-9C5DA7812E9F}" dt="2026-03-04T06:45:24.067" v="321" actId="1076"/>
          <ac:picMkLst>
            <pc:docMk/>
            <pc:sldMk cId="3532311658" sldId="267"/>
            <ac:picMk id="2" creationId="{1F4F36E0-F1B4-91CE-09A0-E9284E34546A}"/>
          </ac:picMkLst>
        </pc:picChg>
      </pc:sldChg>
      <pc:sldChg chg="addSp modSp add mod">
        <pc:chgData name="Mouhamadou Fadel Diop" userId="e8033607-87e7-4749-a390-84e8655f9c7e" providerId="ADAL" clId="{01BBDFA7-62C8-50AA-9B60-9C5DA7812E9F}" dt="2026-03-04T06:45:30.083" v="322" actId="1076"/>
        <pc:sldMkLst>
          <pc:docMk/>
          <pc:sldMk cId="2573852240" sldId="268"/>
        </pc:sldMkLst>
        <pc:spChg chg="add mod">
          <ac:chgData name="Mouhamadou Fadel Diop" userId="e8033607-87e7-4749-a390-84e8655f9c7e" providerId="ADAL" clId="{01BBDFA7-62C8-50AA-9B60-9C5DA7812E9F}" dt="2026-03-02T18:53:37.833" v="108" actId="20577"/>
          <ac:spMkLst>
            <pc:docMk/>
            <pc:sldMk cId="2573852240" sldId="268"/>
            <ac:spMk id="3" creationId="{78CC4864-3C0F-20D6-1A01-F704C9339924}"/>
          </ac:spMkLst>
        </pc:spChg>
        <pc:picChg chg="add mod">
          <ac:chgData name="Mouhamadou Fadel Diop" userId="e8033607-87e7-4749-a390-84e8655f9c7e" providerId="ADAL" clId="{01BBDFA7-62C8-50AA-9B60-9C5DA7812E9F}" dt="2026-03-04T06:45:30.083" v="322" actId="1076"/>
          <ac:picMkLst>
            <pc:docMk/>
            <pc:sldMk cId="2573852240" sldId="268"/>
            <ac:picMk id="2" creationId="{1387D123-8749-CDBF-C5F4-8F0E836A401C}"/>
          </ac:picMkLst>
        </pc:picChg>
      </pc:sldChg>
      <pc:sldChg chg="addSp modSp add mod">
        <pc:chgData name="Mouhamadou Fadel Diop" userId="e8033607-87e7-4749-a390-84e8655f9c7e" providerId="ADAL" clId="{01BBDFA7-62C8-50AA-9B60-9C5DA7812E9F}" dt="2026-03-04T06:45:41.930" v="325" actId="1076"/>
        <pc:sldMkLst>
          <pc:docMk/>
          <pc:sldMk cId="3775696862" sldId="269"/>
        </pc:sldMkLst>
        <pc:spChg chg="add mod">
          <ac:chgData name="Mouhamadou Fadel Diop" userId="e8033607-87e7-4749-a390-84e8655f9c7e" providerId="ADAL" clId="{01BBDFA7-62C8-50AA-9B60-9C5DA7812E9F}" dt="2026-03-02T18:56:00.754" v="113" actId="20577"/>
          <ac:spMkLst>
            <pc:docMk/>
            <pc:sldMk cId="3775696862" sldId="269"/>
            <ac:spMk id="3" creationId="{1FFA74C4-C438-6854-9ED6-481E434F7111}"/>
          </ac:spMkLst>
        </pc:spChg>
        <pc:picChg chg="add mod">
          <ac:chgData name="Mouhamadou Fadel Diop" userId="e8033607-87e7-4749-a390-84e8655f9c7e" providerId="ADAL" clId="{01BBDFA7-62C8-50AA-9B60-9C5DA7812E9F}" dt="2026-03-04T06:45:41.930" v="325" actId="1076"/>
          <ac:picMkLst>
            <pc:docMk/>
            <pc:sldMk cId="3775696862" sldId="269"/>
            <ac:picMk id="2" creationId="{FACC4EF8-72D0-7113-7278-455569849AA4}"/>
          </ac:picMkLst>
        </pc:picChg>
      </pc:sldChg>
      <pc:sldChg chg="addSp modSp add mod">
        <pc:chgData name="Mouhamadou Fadel Diop" userId="e8033607-87e7-4749-a390-84e8655f9c7e" providerId="ADAL" clId="{01BBDFA7-62C8-50AA-9B60-9C5DA7812E9F}" dt="2026-03-04T06:45:46.950" v="326" actId="1076"/>
        <pc:sldMkLst>
          <pc:docMk/>
          <pc:sldMk cId="2193648598" sldId="270"/>
        </pc:sldMkLst>
        <pc:spChg chg="add mod">
          <ac:chgData name="Mouhamadou Fadel Diop" userId="e8033607-87e7-4749-a390-84e8655f9c7e" providerId="ADAL" clId="{01BBDFA7-62C8-50AA-9B60-9C5DA7812E9F}" dt="2026-03-02T18:56:08.552" v="116" actId="20577"/>
          <ac:spMkLst>
            <pc:docMk/>
            <pc:sldMk cId="2193648598" sldId="270"/>
            <ac:spMk id="3" creationId="{78B6BE3B-0BF0-CC2A-581E-1E9AF0DE400E}"/>
          </ac:spMkLst>
        </pc:spChg>
        <pc:picChg chg="add mod">
          <ac:chgData name="Mouhamadou Fadel Diop" userId="e8033607-87e7-4749-a390-84e8655f9c7e" providerId="ADAL" clId="{01BBDFA7-62C8-50AA-9B60-9C5DA7812E9F}" dt="2026-03-04T06:45:46.950" v="326" actId="1076"/>
          <ac:picMkLst>
            <pc:docMk/>
            <pc:sldMk cId="2193648598" sldId="270"/>
            <ac:picMk id="2" creationId="{9C671C9E-F481-F6CA-05C3-D1CD4E1D8D22}"/>
          </ac:picMkLst>
        </pc:picChg>
      </pc:sldChg>
      <pc:sldChg chg="addSp delSp modSp new mod">
        <pc:chgData name="Mouhamadou Fadel Diop" userId="e8033607-87e7-4749-a390-84e8655f9c7e" providerId="ADAL" clId="{01BBDFA7-62C8-50AA-9B60-9C5DA7812E9F}" dt="2026-03-04T06:45:58.147" v="328" actId="14100"/>
        <pc:sldMkLst>
          <pc:docMk/>
          <pc:sldMk cId="3646357577" sldId="271"/>
        </pc:sldMkLst>
        <pc:spChg chg="add mod">
          <ac:chgData name="Mouhamadou Fadel Diop" userId="e8033607-87e7-4749-a390-84e8655f9c7e" providerId="ADAL" clId="{01BBDFA7-62C8-50AA-9B60-9C5DA7812E9F}" dt="2026-03-02T18:56:18.929" v="119" actId="20577"/>
          <ac:spMkLst>
            <pc:docMk/>
            <pc:sldMk cId="3646357577" sldId="271"/>
            <ac:spMk id="5" creationId="{C6FDCB89-AB39-9A65-F439-F99593F3EE65}"/>
          </ac:spMkLst>
        </pc:spChg>
        <pc:picChg chg="add mod">
          <ac:chgData name="Mouhamadou Fadel Diop" userId="e8033607-87e7-4749-a390-84e8655f9c7e" providerId="ADAL" clId="{01BBDFA7-62C8-50AA-9B60-9C5DA7812E9F}" dt="2026-03-04T06:45:58.147" v="328" actId="14100"/>
          <ac:picMkLst>
            <pc:docMk/>
            <pc:sldMk cId="3646357577" sldId="271"/>
            <ac:picMk id="4" creationId="{B6F55AA6-5856-D730-A2EA-5E7E412BB44D}"/>
          </ac:picMkLst>
        </pc:picChg>
      </pc:sldChg>
      <pc:sldChg chg="addSp delSp modSp new mod">
        <pc:chgData name="Mouhamadou Fadel Diop" userId="e8033607-87e7-4749-a390-84e8655f9c7e" providerId="ADAL" clId="{01BBDFA7-62C8-50AA-9B60-9C5DA7812E9F}" dt="2026-03-04T06:46:11.919" v="330" actId="1076"/>
        <pc:sldMkLst>
          <pc:docMk/>
          <pc:sldMk cId="242727313" sldId="272"/>
        </pc:sldMkLst>
        <pc:spChg chg="add mod">
          <ac:chgData name="Mouhamadou Fadel Diop" userId="e8033607-87e7-4749-a390-84e8655f9c7e" providerId="ADAL" clId="{01BBDFA7-62C8-50AA-9B60-9C5DA7812E9F}" dt="2026-03-02T18:57:31.420" v="125" actId="20577"/>
          <ac:spMkLst>
            <pc:docMk/>
            <pc:sldMk cId="242727313" sldId="272"/>
            <ac:spMk id="4" creationId="{9CF7FBDF-CDB4-0C0D-DD96-7A2A4D11E1CD}"/>
          </ac:spMkLst>
        </pc:spChg>
        <pc:picChg chg="add mod">
          <ac:chgData name="Mouhamadou Fadel Diop" userId="e8033607-87e7-4749-a390-84e8655f9c7e" providerId="ADAL" clId="{01BBDFA7-62C8-50AA-9B60-9C5DA7812E9F}" dt="2026-03-04T06:46:11.919" v="330" actId="1076"/>
          <ac:picMkLst>
            <pc:docMk/>
            <pc:sldMk cId="242727313" sldId="272"/>
            <ac:picMk id="3" creationId="{B1B7EB3C-E858-6747-F8FC-870F155900BE}"/>
          </ac:picMkLst>
        </pc:picChg>
        <pc:picChg chg="add del mod">
          <ac:chgData name="Mouhamadou Fadel Diop" userId="e8033607-87e7-4749-a390-84e8655f9c7e" providerId="ADAL" clId="{01BBDFA7-62C8-50AA-9B60-9C5DA7812E9F}" dt="2026-03-04T06:46:07.937" v="329" actId="478"/>
          <ac:picMkLst>
            <pc:docMk/>
            <pc:sldMk cId="242727313" sldId="272"/>
            <ac:picMk id="5" creationId="{0D562A02-76BA-A9DE-6344-099A6BC87C07}"/>
          </ac:picMkLst>
        </pc:picChg>
      </pc:sldChg>
      <pc:sldChg chg="addSp modSp new mod ord">
        <pc:chgData name="Mouhamadou Fadel Diop" userId="e8033607-87e7-4749-a390-84e8655f9c7e" providerId="ADAL" clId="{01BBDFA7-62C8-50AA-9B60-9C5DA7812E9F}" dt="2026-03-04T06:46:59.077" v="335" actId="14100"/>
        <pc:sldMkLst>
          <pc:docMk/>
          <pc:sldMk cId="1963388400" sldId="273"/>
        </pc:sldMkLst>
        <pc:spChg chg="add mod">
          <ac:chgData name="Mouhamadou Fadel Diop" userId="e8033607-87e7-4749-a390-84e8655f9c7e" providerId="ADAL" clId="{01BBDFA7-62C8-50AA-9B60-9C5DA7812E9F}" dt="2026-03-04T06:46:54.848" v="334" actId="1076"/>
          <ac:spMkLst>
            <pc:docMk/>
            <pc:sldMk cId="1963388400" sldId="273"/>
            <ac:spMk id="3" creationId="{F768DAB7-AE4A-4DF9-47FA-8CB7BFD5C75A}"/>
          </ac:spMkLst>
        </pc:spChg>
        <pc:picChg chg="add mod">
          <ac:chgData name="Mouhamadou Fadel Diop" userId="e8033607-87e7-4749-a390-84e8655f9c7e" providerId="ADAL" clId="{01BBDFA7-62C8-50AA-9B60-9C5DA7812E9F}" dt="2026-03-04T06:46:59.077" v="335" actId="14100"/>
          <ac:picMkLst>
            <pc:docMk/>
            <pc:sldMk cId="1963388400" sldId="273"/>
            <ac:picMk id="2" creationId="{1C3920F8-8DF2-05AD-5CF6-9DCBD3387D8B}"/>
          </ac:picMkLst>
        </pc:picChg>
      </pc:sldChg>
      <pc:sldChg chg="addSp delSp modSp add mod">
        <pc:chgData name="Mouhamadou Fadel Diop" userId="e8033607-87e7-4749-a390-84e8655f9c7e" providerId="ADAL" clId="{01BBDFA7-62C8-50AA-9B60-9C5DA7812E9F}" dt="2026-03-04T06:48:19.451" v="350" actId="1076"/>
        <pc:sldMkLst>
          <pc:docMk/>
          <pc:sldMk cId="3134435308" sldId="274"/>
        </pc:sldMkLst>
        <pc:picChg chg="add mod">
          <ac:chgData name="Mouhamadou Fadel Diop" userId="e8033607-87e7-4749-a390-84e8655f9c7e" providerId="ADAL" clId="{01BBDFA7-62C8-50AA-9B60-9C5DA7812E9F}" dt="2026-03-04T06:48:19.451" v="350" actId="1076"/>
          <ac:picMkLst>
            <pc:docMk/>
            <pc:sldMk cId="3134435308" sldId="274"/>
            <ac:picMk id="3" creationId="{FB3A44FA-2DC1-79B4-9164-8496CD406162}"/>
          </ac:picMkLst>
        </pc:picChg>
      </pc:sldChg>
      <pc:sldChg chg="addSp delSp modSp add mod ord">
        <pc:chgData name="Mouhamadou Fadel Diop" userId="e8033607-87e7-4749-a390-84e8655f9c7e" providerId="ADAL" clId="{01BBDFA7-62C8-50AA-9B60-9C5DA7812E9F}" dt="2026-03-04T06:47:25.269" v="341" actId="1076"/>
        <pc:sldMkLst>
          <pc:docMk/>
          <pc:sldMk cId="3364079778" sldId="275"/>
        </pc:sldMkLst>
        <pc:spChg chg="add mod">
          <ac:chgData name="Mouhamadou Fadel Diop" userId="e8033607-87e7-4749-a390-84e8655f9c7e" providerId="ADAL" clId="{01BBDFA7-62C8-50AA-9B60-9C5DA7812E9F}" dt="2026-03-04T06:47:22.006" v="340" actId="1076"/>
          <ac:spMkLst>
            <pc:docMk/>
            <pc:sldMk cId="3364079778" sldId="275"/>
            <ac:spMk id="4" creationId="{4175262E-3F52-DC63-470B-CFA7748FB987}"/>
          </ac:spMkLst>
        </pc:spChg>
        <pc:picChg chg="add mod">
          <ac:chgData name="Mouhamadou Fadel Diop" userId="e8033607-87e7-4749-a390-84e8655f9c7e" providerId="ADAL" clId="{01BBDFA7-62C8-50AA-9B60-9C5DA7812E9F}" dt="2026-03-04T06:47:25.269" v="341" actId="1076"/>
          <ac:picMkLst>
            <pc:docMk/>
            <pc:sldMk cId="3364079778" sldId="275"/>
            <ac:picMk id="3" creationId="{095045E8-0F8E-29B1-1A5A-0ED86A853916}"/>
          </ac:picMkLst>
        </pc:picChg>
        <pc:picChg chg="add mod">
          <ac:chgData name="Mouhamadou Fadel Diop" userId="e8033607-87e7-4749-a390-84e8655f9c7e" providerId="ADAL" clId="{01BBDFA7-62C8-50AA-9B60-9C5DA7812E9F}" dt="2026-03-04T06:47:18.035" v="339" actId="1076"/>
          <ac:picMkLst>
            <pc:docMk/>
            <pc:sldMk cId="3364079778" sldId="275"/>
            <ac:picMk id="5" creationId="{4F044059-19D9-181F-69A7-118C4DE29822}"/>
          </ac:picMkLst>
        </pc:picChg>
      </pc:sldChg>
      <pc:sldChg chg="addSp delSp modSp add mod ord">
        <pc:chgData name="Mouhamadou Fadel Diop" userId="e8033607-87e7-4749-a390-84e8655f9c7e" providerId="ADAL" clId="{01BBDFA7-62C8-50AA-9B60-9C5DA7812E9F}" dt="2026-03-02T23:36:38.113" v="301" actId="1076"/>
        <pc:sldMkLst>
          <pc:docMk/>
          <pc:sldMk cId="3943519479" sldId="277"/>
        </pc:sldMkLst>
        <pc:spChg chg="add mod">
          <ac:chgData name="Mouhamadou Fadel Diop" userId="e8033607-87e7-4749-a390-84e8655f9c7e" providerId="ADAL" clId="{01BBDFA7-62C8-50AA-9B60-9C5DA7812E9F}" dt="2026-03-02T23:36:32.607" v="299" actId="1076"/>
          <ac:spMkLst>
            <pc:docMk/>
            <pc:sldMk cId="3943519479" sldId="277"/>
            <ac:spMk id="4" creationId="{AA470596-CFE7-2A16-17E5-63CFAA0E0A9C}"/>
          </ac:spMkLst>
        </pc:spChg>
        <pc:picChg chg="add mod">
          <ac:chgData name="Mouhamadou Fadel Diop" userId="e8033607-87e7-4749-a390-84e8655f9c7e" providerId="ADAL" clId="{01BBDFA7-62C8-50AA-9B60-9C5DA7812E9F}" dt="2026-03-02T23:36:38.113" v="301" actId="1076"/>
          <ac:picMkLst>
            <pc:docMk/>
            <pc:sldMk cId="3943519479" sldId="277"/>
            <ac:picMk id="3" creationId="{A234B57F-8269-0810-B48A-F10EE7A05FF3}"/>
          </ac:picMkLst>
        </pc:picChg>
      </pc:sldChg>
      <pc:sldChg chg="addSp delSp modSp add del mod ord setBg">
        <pc:chgData name="Mouhamadou Fadel Diop" userId="e8033607-87e7-4749-a390-84e8655f9c7e" providerId="ADAL" clId="{01BBDFA7-62C8-50AA-9B60-9C5DA7812E9F}" dt="2026-03-04T06:48:10.574" v="348" actId="2696"/>
        <pc:sldMkLst>
          <pc:docMk/>
          <pc:sldMk cId="2884908636" sldId="278"/>
        </pc:sldMkLst>
        <pc:picChg chg="add mod">
          <ac:chgData name="Mouhamadou Fadel Diop" userId="e8033607-87e7-4749-a390-84e8655f9c7e" providerId="ADAL" clId="{01BBDFA7-62C8-50AA-9B60-9C5DA7812E9F}" dt="2026-03-02T20:04:59.707" v="252" actId="1076"/>
          <ac:picMkLst>
            <pc:docMk/>
            <pc:sldMk cId="2884908636" sldId="278"/>
            <ac:picMk id="2" creationId="{1B1F112D-BC88-33E1-B31D-F3D977AF5164}"/>
          </ac:picMkLst>
        </pc:picChg>
      </pc:sldChg>
      <pc:sldChg chg="modSp add mod">
        <pc:chgData name="Mouhamadou Fadel Diop" userId="e8033607-87e7-4749-a390-84e8655f9c7e" providerId="ADAL" clId="{01BBDFA7-62C8-50AA-9B60-9C5DA7812E9F}" dt="2026-03-04T06:48:02.096" v="347" actId="1076"/>
        <pc:sldMkLst>
          <pc:docMk/>
          <pc:sldMk cId="1447368056" sldId="279"/>
        </pc:sldMkLst>
        <pc:picChg chg="mod">
          <ac:chgData name="Mouhamadou Fadel Diop" userId="e8033607-87e7-4749-a390-84e8655f9c7e" providerId="ADAL" clId="{01BBDFA7-62C8-50AA-9B60-9C5DA7812E9F}" dt="2026-03-04T06:48:02.096" v="347" actId="1076"/>
          <ac:picMkLst>
            <pc:docMk/>
            <pc:sldMk cId="1447368056" sldId="279"/>
            <ac:picMk id="2" creationId="{13A32C5E-8DD1-30B6-3B86-112AB3C04CD3}"/>
          </ac:picMkLst>
        </pc:picChg>
      </pc:sldChg>
      <pc:sldChg chg="addSp modSp new mod">
        <pc:chgData name="Mouhamadou Fadel Diop" userId="e8033607-87e7-4749-a390-84e8655f9c7e" providerId="ADAL" clId="{01BBDFA7-62C8-50AA-9B60-9C5DA7812E9F}" dt="2026-03-02T20:00:34.509" v="226" actId="1076"/>
        <pc:sldMkLst>
          <pc:docMk/>
          <pc:sldMk cId="1521254480" sldId="280"/>
        </pc:sldMkLst>
        <pc:spChg chg="add mod">
          <ac:chgData name="Mouhamadou Fadel Diop" userId="e8033607-87e7-4749-a390-84e8655f9c7e" providerId="ADAL" clId="{01BBDFA7-62C8-50AA-9B60-9C5DA7812E9F}" dt="2026-03-02T20:00:34.509" v="226" actId="1076"/>
          <ac:spMkLst>
            <pc:docMk/>
            <pc:sldMk cId="1521254480" sldId="280"/>
            <ac:spMk id="2" creationId="{17384EA1-F896-FF0B-3559-39049C24A851}"/>
          </ac:spMkLst>
        </pc:spChg>
      </pc:sldChg>
      <pc:sldChg chg="addSp modSp new mod">
        <pc:chgData name="Mouhamadou Fadel Diop" userId="e8033607-87e7-4749-a390-84e8655f9c7e" providerId="ADAL" clId="{01BBDFA7-62C8-50AA-9B60-9C5DA7812E9F}" dt="2026-03-04T06:47:44.869" v="344" actId="1076"/>
        <pc:sldMkLst>
          <pc:docMk/>
          <pc:sldMk cId="3131588515" sldId="281"/>
        </pc:sldMkLst>
        <pc:spChg chg="add mod">
          <ac:chgData name="Mouhamadou Fadel Diop" userId="e8033607-87e7-4749-a390-84e8655f9c7e" providerId="ADAL" clId="{01BBDFA7-62C8-50AA-9B60-9C5DA7812E9F}" dt="2026-03-04T06:47:44.869" v="344" actId="1076"/>
          <ac:spMkLst>
            <pc:docMk/>
            <pc:sldMk cId="3131588515" sldId="281"/>
            <ac:spMk id="3" creationId="{1C4409BE-C842-E62E-2C0D-FE178CC08817}"/>
          </ac:spMkLst>
        </pc:spChg>
        <pc:picChg chg="add mod">
          <ac:chgData name="Mouhamadou Fadel Diop" userId="e8033607-87e7-4749-a390-84e8655f9c7e" providerId="ADAL" clId="{01BBDFA7-62C8-50AA-9B60-9C5DA7812E9F}" dt="2026-03-04T06:47:40.892" v="343" actId="14100"/>
          <ac:picMkLst>
            <pc:docMk/>
            <pc:sldMk cId="3131588515" sldId="281"/>
            <ac:picMk id="2" creationId="{AF98CFBA-6FA5-B6E9-7BF3-E596F050FE1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7E986-2978-E6AF-B846-8072F2272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C4D28-7076-9878-929F-470409CC9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9332B-4A95-3101-5250-2AF3E4E27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EB16-CD5A-1B4E-9890-465E5EF96FA4}" type="datetimeFigureOut">
              <a:t>04/03/2026</a:t>
            </a:fld>
            <a:endParaRPr lang="en-G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2F005-7C77-A44B-6685-419F25362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88357-8275-3CC6-DD05-FE16F3CD3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E2FDC-EA1C-614A-9044-E784618DCD21}" type="slidenum"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3131291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6C8BD-B29A-4EF3-1DA0-EB83CDB5E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99FFB-9090-9067-546C-B55343BCC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23B5A-9F6C-8C2C-6234-032A1F055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EB16-CD5A-1B4E-9890-465E5EF96FA4}" type="datetimeFigureOut">
              <a:t>04/03/2026</a:t>
            </a:fld>
            <a:endParaRPr lang="en-G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31E04-13D2-5886-85CE-30C78BAFB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F9F0E-769A-B227-49D7-E885C0671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E2FDC-EA1C-614A-9044-E784618DCD21}" type="slidenum"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4294036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45C71-6FCA-E621-24BF-14D71CAE0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02AB7-92C4-B17C-AFB9-2F8509ED4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A60AF-BC88-B587-CAB2-48C1855A5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EB16-CD5A-1B4E-9890-465E5EF96FA4}" type="datetimeFigureOut">
              <a:t>04/03/2026</a:t>
            </a:fld>
            <a:endParaRPr lang="en-G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54476-D120-23DF-D0F2-432E6393C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2EB59-EBD7-D86A-B2EF-108799FB4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E2FDC-EA1C-614A-9044-E784618DCD21}" type="slidenum"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2262487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17CE6-CB1F-3A84-947C-41FD8E48E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D9EE4-D489-F00B-1BBC-8EAD04D6F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296FF-72F4-5DF4-8AB7-FD1C670AE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6F245-5DC0-58E8-7DEE-D6556171E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EB16-CD5A-1B4E-9890-465E5EF96FA4}" type="datetimeFigureOut">
              <a:t>04/03/2026</a:t>
            </a:fld>
            <a:endParaRPr lang="en-G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DA604-ECEF-7E41-CB1D-F729D03EA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EA613-027B-8235-DD0C-DEAF1FA7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E2FDC-EA1C-614A-9044-E784618DCD21}" type="slidenum"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1632900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FB3B1-15B7-0E86-86FD-92A005CA8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7FDC8-0EC3-974A-25F8-A1E41F33A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BA156-0F97-9A41-29FF-18080941D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4A7FB3-8AAA-326C-F7C2-6365480B4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EBF5F8-8BAD-FBB5-A4F6-74043D11B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3B13F9-ADBF-24CC-91D7-8AF15D5CB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EB16-CD5A-1B4E-9890-465E5EF96FA4}" type="datetimeFigureOut">
              <a:t>04/03/2026</a:t>
            </a:fld>
            <a:endParaRPr lang="en-GM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41AB9C-8672-8F0D-1071-B861FD4C4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5E48B1-40AE-B1DD-D33E-3DEB582AE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E2FDC-EA1C-614A-9044-E784618DCD21}" type="slidenum"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1231685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98D9D-11AD-63C7-FDE2-451BEE80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833440-16C4-7473-2741-B36F83F76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EB16-CD5A-1B4E-9890-465E5EF96FA4}" type="datetimeFigureOut">
              <a:t>04/03/2026</a:t>
            </a:fld>
            <a:endParaRPr lang="en-GM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4C868-5CFB-E0BF-288A-A394C2FD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B4950-1E9D-9F5D-C8F5-2696FD8C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E2FDC-EA1C-614A-9044-E784618DCD21}" type="slidenum"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177427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FA6E0-8515-A0C0-66B4-7DCB6CCAE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EB16-CD5A-1B4E-9890-465E5EF96FA4}" type="datetimeFigureOut">
              <a:t>04/03/2026</a:t>
            </a:fld>
            <a:endParaRPr lang="en-GM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8E5F88-B567-D5D3-AAD3-8E186EB0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D906E-5867-8134-FB85-18F342B59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E2FDC-EA1C-614A-9044-E784618DCD21}" type="slidenum"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3096741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CDF34-82A9-81A5-E1C0-B891D0D1D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083C0-BBBF-B474-F405-76BBAFAAF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D94C6-CC67-9D4A-3D8B-E86BE9CE3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016EA-0423-9E7D-8260-CE3016D69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EB16-CD5A-1B4E-9890-465E5EF96FA4}" type="datetimeFigureOut">
              <a:t>04/03/2026</a:t>
            </a:fld>
            <a:endParaRPr lang="en-G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D0EC6-9647-CE51-6859-E261359E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4F9B4-1D5D-6F0C-D5AB-AFFD91968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E2FDC-EA1C-614A-9044-E784618DCD21}" type="slidenum"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1135182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D52CF-C4BE-12AE-C4A2-859B49DA9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0BC43D-BD5D-D4A7-C4C0-5835E5A719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78D123-DFE1-7CA7-47F1-E5534DDBE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C3973-4BBB-65A5-4F86-ADE46D3EC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EB16-CD5A-1B4E-9890-465E5EF96FA4}" type="datetimeFigureOut">
              <a:t>04/03/2026</a:t>
            </a:fld>
            <a:endParaRPr lang="en-G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7E37B-46FE-7429-A5DA-2105141C9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DBCEC-0034-EF4A-BA75-883957082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E2FDC-EA1C-614A-9044-E784618DCD21}" type="slidenum"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2672676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62C61-5E66-8355-3106-5CE867BFF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BA9B66-FE11-ABA6-3036-C11D6418D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35310-A001-1B52-52BC-7DB06C745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EB16-CD5A-1B4E-9890-465E5EF96FA4}" type="datetimeFigureOut">
              <a:t>04/03/2026</a:t>
            </a:fld>
            <a:endParaRPr lang="en-G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12B18-0C6E-082B-F4B4-98AB137A3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BDFED-F2A8-C889-1C40-927CA2B54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E2FDC-EA1C-614A-9044-E784618DCD21}" type="slidenum"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707453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E76999-E30A-F3F1-E946-9CEBBAD24D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A4386-27F1-1E71-69B4-DA0F76076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F01C5-53A3-B509-E66D-1C56B6D7A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EB16-CD5A-1B4E-9890-465E5EF96FA4}" type="datetimeFigureOut">
              <a:t>04/03/2026</a:t>
            </a:fld>
            <a:endParaRPr lang="en-G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414ED-C448-56A4-91D7-A1AFA1CBC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344F2-6501-F9BD-59A3-9E223B612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E2FDC-EA1C-614A-9044-E784618DCD21}" type="slidenum"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1026566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EF17B0-56C1-A74F-AA1B-BDC906A5F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9F0E2-25F3-10C7-E8A1-867A7F4EC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13A64-F542-05E7-2EFB-7DD5F3B03B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2AEB16-CD5A-1B4E-9890-465E5EF96FA4}" type="datetimeFigureOut">
              <a:t>04/03/2026</a:t>
            </a:fld>
            <a:endParaRPr lang="en-G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F281-FD9E-1593-FEB8-987C13338F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61DEB-0F47-E7ED-0437-474C0670B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2E2FDC-EA1C-614A-9044-E784618DCD21}" type="slidenum"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16435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9024-1B08-7552-5BCB-C07CA6614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CC3CDC-C2A2-D81D-AE3F-5AE812522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301" y="321359"/>
            <a:ext cx="9829397" cy="55290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C4EDEC-0119-E658-84D8-EED1E2DA180A}"/>
              </a:ext>
            </a:extLst>
          </p:cNvPr>
          <p:cNvSpPr txBox="1"/>
          <p:nvPr/>
        </p:nvSpPr>
        <p:spPr>
          <a:xfrm>
            <a:off x="289366" y="6123007"/>
            <a:ext cx="5127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M" b="1" u="sng"/>
              <a:t>Figure 1</a:t>
            </a:r>
            <a:r>
              <a:rPr lang="en-GM" b="1"/>
              <a:t>: Simulation framework</a:t>
            </a:r>
          </a:p>
        </p:txBody>
      </p:sp>
    </p:spTree>
    <p:extLst>
      <p:ext uri="{BB962C8B-B14F-4D97-AF65-F5344CB8AC3E}">
        <p14:creationId xmlns:p14="http://schemas.microsoft.com/office/powerpoint/2010/main" val="257142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BCF5-611F-3235-3973-324CE63F2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385217-C790-727F-E39A-492411769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286" y="778659"/>
            <a:ext cx="8834468" cy="53006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6BAFAA-E75A-7715-9540-F25FE036A496}"/>
              </a:ext>
            </a:extLst>
          </p:cNvPr>
          <p:cNvSpPr txBox="1"/>
          <p:nvPr/>
        </p:nvSpPr>
        <p:spPr>
          <a:xfrm>
            <a:off x="544010" y="5984111"/>
            <a:ext cx="497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M" b="1" u="sng"/>
              <a:t>Figure 2</a:t>
            </a:r>
            <a:r>
              <a:rPr lang="en-GM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4245031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EA5BA-199A-57DC-1348-E8B400491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4F36E0-F1B4-91CE-09A0-E9284E345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99514"/>
            <a:ext cx="7772400" cy="5829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8E6709-547D-0099-3EB5-69770EA78B38}"/>
              </a:ext>
            </a:extLst>
          </p:cNvPr>
          <p:cNvSpPr txBox="1"/>
          <p:nvPr/>
        </p:nvSpPr>
        <p:spPr>
          <a:xfrm>
            <a:off x="509286" y="6123007"/>
            <a:ext cx="497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M" b="1" u="sng"/>
              <a:t>Figure 3</a:t>
            </a:r>
            <a:r>
              <a:rPr lang="en-GM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3532311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982BF-4837-5D88-BDDC-1FFF7DE0F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87D123-8749-CDBF-C5F4-8F0E836A4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212" y="348605"/>
            <a:ext cx="7117065" cy="59308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CC4864-3C0F-20D6-1A01-F704C9339924}"/>
              </a:ext>
            </a:extLst>
          </p:cNvPr>
          <p:cNvSpPr txBox="1"/>
          <p:nvPr/>
        </p:nvSpPr>
        <p:spPr>
          <a:xfrm>
            <a:off x="335666" y="6238754"/>
            <a:ext cx="497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M" b="1" u="sng"/>
              <a:t>Figure 4</a:t>
            </a:r>
            <a:r>
              <a:rPr lang="en-GM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2573852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0CCF1-0E57-BF33-3C84-C3E9AF8C1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CC4EF8-72D0-7113-7278-455569849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073" y="599694"/>
            <a:ext cx="8714231" cy="52285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FA74C4-C438-6854-9ED6-481E434F7111}"/>
              </a:ext>
            </a:extLst>
          </p:cNvPr>
          <p:cNvSpPr txBox="1"/>
          <p:nvPr/>
        </p:nvSpPr>
        <p:spPr>
          <a:xfrm>
            <a:off x="544010" y="5984111"/>
            <a:ext cx="497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M" b="1" u="sng"/>
              <a:t>Figure 5</a:t>
            </a:r>
            <a:r>
              <a:rPr lang="en-GM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3775696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C495A-2989-AF83-2D89-617973F3A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671C9E-F481-F6CA-05C3-D1CD4E1D8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612" y="2894"/>
            <a:ext cx="6858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B6BE3B-0BF0-CC2A-581E-1E9AF0DE400E}"/>
              </a:ext>
            </a:extLst>
          </p:cNvPr>
          <p:cNvSpPr txBox="1"/>
          <p:nvPr/>
        </p:nvSpPr>
        <p:spPr>
          <a:xfrm>
            <a:off x="544010" y="5984111"/>
            <a:ext cx="497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M" b="1" u="sng"/>
              <a:t>Figure 6</a:t>
            </a:r>
            <a:r>
              <a:rPr lang="en-GM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2193648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F55AA6-5856-D730-A2EA-5E7E412BB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607623"/>
            <a:ext cx="8878747" cy="57077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FDCB89-AB39-9A65-F439-F99593F3EE65}"/>
              </a:ext>
            </a:extLst>
          </p:cNvPr>
          <p:cNvSpPr txBox="1"/>
          <p:nvPr/>
        </p:nvSpPr>
        <p:spPr>
          <a:xfrm>
            <a:off x="544010" y="5984111"/>
            <a:ext cx="497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M" b="1" u="sng"/>
              <a:t>Figure 7</a:t>
            </a:r>
            <a:r>
              <a:rPr lang="en-GM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3646357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B7EB3C-E858-6747-F8FC-870F15590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7971"/>
            <a:ext cx="7772400" cy="66620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F7FBDF-CDB4-0C0D-DD96-7A2A4D11E1CD}"/>
              </a:ext>
            </a:extLst>
          </p:cNvPr>
          <p:cNvSpPr txBox="1"/>
          <p:nvPr/>
        </p:nvSpPr>
        <p:spPr>
          <a:xfrm>
            <a:off x="544010" y="5984111"/>
            <a:ext cx="497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M" b="1" u="sng"/>
              <a:t>Figure 8</a:t>
            </a:r>
            <a:r>
              <a:rPr lang="en-GM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242727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89129D-4084-3AD3-DE77-3FF4F5FC8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949" y="0"/>
            <a:ext cx="7772400" cy="666205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D1A0244-E300-25B0-6C1B-8AC9303EC2CD}"/>
              </a:ext>
            </a:extLst>
          </p:cNvPr>
          <p:cNvSpPr txBox="1"/>
          <p:nvPr/>
        </p:nvSpPr>
        <p:spPr>
          <a:xfrm>
            <a:off x="544010" y="5984111"/>
            <a:ext cx="497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M" b="1" u="sng"/>
              <a:t>Figure 9</a:t>
            </a:r>
            <a:r>
              <a:rPr lang="en-GM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3928758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384EA1-F896-FF0B-3559-39049C24A851}"/>
              </a:ext>
            </a:extLst>
          </p:cNvPr>
          <p:cNvSpPr txBox="1"/>
          <p:nvPr/>
        </p:nvSpPr>
        <p:spPr>
          <a:xfrm>
            <a:off x="3347012" y="2939970"/>
            <a:ext cx="5497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M" sz="3200" b="1"/>
              <a:t>SUPPLEMENTARY FIGURES</a:t>
            </a:r>
          </a:p>
        </p:txBody>
      </p:sp>
    </p:spTree>
    <p:extLst>
      <p:ext uri="{BB962C8B-B14F-4D97-AF65-F5344CB8AC3E}">
        <p14:creationId xmlns:p14="http://schemas.microsoft.com/office/powerpoint/2010/main" val="1521254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32F00-6903-AC19-D8D8-9915D9E58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1F3AD86-F668-B945-68C7-D76A45A20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36977"/>
            <a:ext cx="5232270" cy="44848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FB6DDD-DC19-6D10-745E-EAF0D0F0888B}"/>
              </a:ext>
            </a:extLst>
          </p:cNvPr>
          <p:cNvSpPr txBox="1"/>
          <p:nvPr/>
        </p:nvSpPr>
        <p:spPr>
          <a:xfrm>
            <a:off x="790222" y="1682044"/>
            <a:ext cx="45268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Supplementary Figure S1.</a:t>
            </a:r>
            <a:r>
              <a:rPr lang="en-GB"/>
              <a:t> Pairwise IBD fraction distributions at baseline simulation parameters, shown as overlaid density plots for directly and non-directly transmitted pairs. Both true (tree-sequence genealogy) and hmmIBD-inferred IBD fractions are displayed. Related to Sections 1 and 2.</a:t>
            </a:r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60823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3920F8-8DF2-05AD-5CF6-9DCBD3387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757" y="1122745"/>
            <a:ext cx="8748911" cy="40843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68DAB7-AE4A-4DF9-47FA-8CB7BFD5C75A}"/>
              </a:ext>
            </a:extLst>
          </p:cNvPr>
          <p:cNvSpPr txBox="1"/>
          <p:nvPr/>
        </p:nvSpPr>
        <p:spPr>
          <a:xfrm>
            <a:off x="421119" y="1582340"/>
            <a:ext cx="307443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Supplementary Figure S2.</a:t>
            </a:r>
            <a:r>
              <a:rPr lang="en-GB"/>
              <a:t> AUPRC as a function of recombination rate for five transmission bottleneck sizes (Ne = 1,000–20,000) at baseline migration (m = 0.001), shown separately for each inference approach. AUPRC differences attributable to Ne ranged from 0.011 to 0.014 across the values tested. Related to Section 2.</a:t>
            </a:r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1963388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A0CB1-65D2-F417-B0B3-E261850F0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5045E8-0F8E-29B1-1A5A-0ED86A853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278" y="182480"/>
            <a:ext cx="7267125" cy="25607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75262E-3F52-DC63-470B-CFA7748FB987}"/>
              </a:ext>
            </a:extLst>
          </p:cNvPr>
          <p:cNvSpPr txBox="1"/>
          <p:nvPr/>
        </p:nvSpPr>
        <p:spPr>
          <a:xfrm>
            <a:off x="6997111" y="4200609"/>
            <a:ext cx="42897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Supplementary Figure S3.</a:t>
            </a:r>
            <a:r>
              <a:rPr lang="en-GB"/>
              <a:t> Sensitivity at 90% specificity as a function of recombination rate and migration condition for IBD, IBS, and Phylo. Three lines per panel correspond to m = 0.001, 0.01, and 0.05. Provides fixed-specificity complement to the AUPRC characterisation in Figure 5. </a:t>
            </a:r>
            <a:endParaRPr lang="en-GM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044059-19D9-181F-69A7-118C4DE29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62" y="2812648"/>
            <a:ext cx="6069517" cy="3919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079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20066-962A-77A8-D31B-B36B99181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34B57F-8269-0810-B48A-F10EE7A05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031" y="836909"/>
            <a:ext cx="8324969" cy="48088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470596-CFE7-2A16-17E5-63CFAA0E0A9C}"/>
              </a:ext>
            </a:extLst>
          </p:cNvPr>
          <p:cNvSpPr txBox="1"/>
          <p:nvPr/>
        </p:nvSpPr>
        <p:spPr>
          <a:xfrm>
            <a:off x="382436" y="1726839"/>
            <a:ext cx="344564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/>
              <a:t>Supplementary Figure S5.</a:t>
            </a:r>
            <a:r>
              <a:rPr lang="en-GB"/>
              <a:t> IBD advantage over the next-best method (AUPRC gap) as a heatmap over recombination rate × sample size. Gap values: 0.158–0.176 at r = 10^-9; 0.049–0.081 at intermediate rates; 0.085–0.095 at r = 10^-6. Non-monotonic profile across the recombination range. Related to Section 6.1.</a:t>
            </a:r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3943519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98CFBA-6FA5-B6E9-7BF3-E596F050F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077" y="583865"/>
            <a:ext cx="9796946" cy="34521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4409BE-C842-E62E-2C0D-FE178CC08817}"/>
              </a:ext>
            </a:extLst>
          </p:cNvPr>
          <p:cNvSpPr txBox="1"/>
          <p:nvPr/>
        </p:nvSpPr>
        <p:spPr>
          <a:xfrm>
            <a:off x="520435" y="4482296"/>
            <a:ext cx="46504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Supplementary Figure S6.</a:t>
            </a:r>
            <a:r>
              <a:rPr lang="en-GB"/>
              <a:t> Mean AUPRC with 95% confidence intervals as continuous line plots across recombination rates, for each of the three migration conditions and all three inference approaches. Provides full numerical detail complementing Figures 5 and 4. Related to Sections 4 and 5.</a:t>
            </a:r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3131588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6F73CE-1DBB-F875-9E74-D60BF9D4A4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66" r="8542"/>
          <a:stretch>
            <a:fillRect/>
          </a:stretch>
        </p:blipFill>
        <p:spPr>
          <a:xfrm>
            <a:off x="489743" y="1039891"/>
            <a:ext cx="11212513" cy="33654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A7AA8E-3727-DC34-8438-440698F9A46B}"/>
              </a:ext>
            </a:extLst>
          </p:cNvPr>
          <p:cNvSpPr txBox="1"/>
          <p:nvPr/>
        </p:nvSpPr>
        <p:spPr>
          <a:xfrm>
            <a:off x="701340" y="4641019"/>
            <a:ext cx="50009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Supplementary Figure S9.</a:t>
            </a:r>
            <a:r>
              <a:rPr lang="en-GB"/>
              <a:t> G-threshold × sample size interaction. AUPRC as a function of generational window depth, presented separately for n = 100, 200, and 400 at each recombination rate, for all three inference approaches. Related to Section 6.2.</a:t>
            </a:r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2149425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E8151-967E-AD4D-22B2-FCCB2EF44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A32C5E-8DD1-30B6-3B86-112AB3C04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43" y="810227"/>
            <a:ext cx="9797714" cy="544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368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CE01F-46F6-47A2-7B3C-1EAF3805A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3A44FA-2DC1-79B4-9164-8496CD406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24" y="1148067"/>
            <a:ext cx="11858551" cy="422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435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5D7C27-3E00-D514-CBB8-032C0C487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69" y="1104585"/>
            <a:ext cx="5675925" cy="40542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46E7B0-D956-175A-0DEB-48C26391B6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82"/>
          <a:stretch>
            <a:fillRect/>
          </a:stretch>
        </p:blipFill>
        <p:spPr>
          <a:xfrm>
            <a:off x="6096000" y="1185753"/>
            <a:ext cx="5984112" cy="384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78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5EA62A-F28E-FBF3-2204-7C756829B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48" y="321733"/>
            <a:ext cx="3302050" cy="274895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3B4FF89-C45F-4E24-B963-61E855708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3671" y="0"/>
            <a:ext cx="7315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90977B-3456-1A62-2F86-ECDE2CC52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216" y="560939"/>
            <a:ext cx="3401568" cy="2270548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4F25C03-EF67-4344-8AEA-7B3FA0DED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07836" y="0"/>
            <a:ext cx="7315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1EEAB6-AC16-A894-25B3-507C70462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6652" y="321733"/>
            <a:ext cx="2752344" cy="275234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74793DE-3651-410B-B243-8F0B1468E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59424" y="-2665476"/>
            <a:ext cx="73152" cy="121889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8B4E338-F451-D2B3-F551-67A4965F2A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791" y="3783923"/>
            <a:ext cx="3306117" cy="27523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67BAF2-1754-53ED-D9E9-5FC53BB031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5820" y="3783923"/>
            <a:ext cx="3306117" cy="275234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62FD13A-19AE-B35A-DC13-1FC88823BF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9849" y="3783923"/>
            <a:ext cx="3306117" cy="275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23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21FFA0F1-D5D1-C784-6AB9-22D7D6C3F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701" y="3676952"/>
            <a:ext cx="4826527" cy="289458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24662AA3-85D4-38D9-92EF-581C5250E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11" y="411238"/>
            <a:ext cx="4950223" cy="2883505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CA9C74B3-ED18-B17B-6869-4157A19A4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999" y="3627773"/>
            <a:ext cx="4558103" cy="284536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B5CC17F-2C7A-5261-0310-70E26FED1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8654" y="396537"/>
            <a:ext cx="4544432" cy="283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028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90C998-DF65-12B9-467E-33672FD83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973" y="148822"/>
            <a:ext cx="3882514" cy="33278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0D84CB-3395-D095-A44C-4F36ECDFF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029" y="174172"/>
            <a:ext cx="3882514" cy="33278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E8B398-1941-FF0A-320B-B4EA5EA72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371" y="3530132"/>
            <a:ext cx="3882514" cy="33278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2D3A4E-1996-5858-294B-8871D0250F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2916" y="3461659"/>
            <a:ext cx="3977082" cy="340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111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6140</TotalTime>
  <Words>339</Words>
  <Application>Microsoft Macintosh PowerPoint</Application>
  <PresentationFormat>Widescreen</PresentationFormat>
  <Paragraphs>16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Mouhamadou Fadel Diop</dc:creator>
  <cp:lastModifiedBy>Mouhamadou Fadel Diop</cp:lastModifiedBy>
  <cp:revision>1</cp:revision>
  <dcterms:created xsi:type="dcterms:W3CDTF">2026-02-19T03:45:43Z</dcterms:created>
  <dcterms:modified xsi:type="dcterms:W3CDTF">2026-03-04T06:49:19Z</dcterms:modified>
</cp:coreProperties>
</file>