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4" r:id="rId5"/>
    <p:sldId id="260" r:id="rId6"/>
    <p:sldId id="272" r:id="rId7"/>
    <p:sldId id="283" r:id="rId8"/>
    <p:sldId id="259" r:id="rId9"/>
    <p:sldId id="273" r:id="rId10"/>
    <p:sldId id="274" r:id="rId11"/>
    <p:sldId id="284" r:id="rId12"/>
    <p:sldId id="296" r:id="rId13"/>
    <p:sldId id="298" r:id="rId14"/>
    <p:sldId id="297" r:id="rId15"/>
    <p:sldId id="293" r:id="rId16"/>
    <p:sldId id="294" r:id="rId17"/>
    <p:sldId id="295" r:id="rId18"/>
    <p:sldId id="269" r:id="rId19"/>
    <p:sldId id="287" r:id="rId20"/>
    <p:sldId id="270" r:id="rId21"/>
    <p:sldId id="275" r:id="rId22"/>
    <p:sldId id="288" r:id="rId23"/>
    <p:sldId id="289" r:id="rId24"/>
    <p:sldId id="290" r:id="rId25"/>
    <p:sldId id="280" r:id="rId26"/>
    <p:sldId id="281" r:id="rId27"/>
    <p:sldId id="292" r:id="rId28"/>
    <p:sldId id="291" r:id="rId29"/>
    <p:sldId id="262" r:id="rId30"/>
    <p:sldId id="268" r:id="rId31"/>
  </p:sldIdLst>
  <p:sldSz cx="12420600" cy="7380288"/>
  <p:notesSz cx="6858000" cy="9144000"/>
  <p:defaultTextStyle>
    <a:defPPr>
      <a:defRPr lang="en-US"/>
    </a:defPPr>
    <a:lvl1pPr marL="0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214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427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641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855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6068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282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496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709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5" userDrawn="1">
          <p15:clr>
            <a:srgbClr val="A4A3A4"/>
          </p15:clr>
        </p15:guide>
        <p15:guide id="2" pos="3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7954F1-7DA6-FF4F-9CA6-BC341B1E3A22}" v="17" dt="2025-12-29T00:36:24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92" y="176"/>
      </p:cViewPr>
      <p:guideLst>
        <p:guide orient="horz" pos="2325"/>
        <p:guide pos="3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hamadou Fadel Diop" userId="e8033607-87e7-4749-a390-84e8655f9c7e" providerId="ADAL" clId="{01BBDFA7-62C8-50AA-9B60-9C5DA7812E9F}"/>
    <pc:docChg chg="undo custSel addSld modSld">
      <pc:chgData name="Mouhamadou Fadel Diop" userId="e8033607-87e7-4749-a390-84e8655f9c7e" providerId="ADAL" clId="{01BBDFA7-62C8-50AA-9B60-9C5DA7812E9F}" dt="2025-12-29T00:38:05.528" v="231" actId="20577"/>
      <pc:docMkLst>
        <pc:docMk/>
      </pc:docMkLst>
      <pc:sldChg chg="addSp delSp modSp mod setBg">
        <pc:chgData name="Mouhamadou Fadel Diop" userId="e8033607-87e7-4749-a390-84e8655f9c7e" providerId="ADAL" clId="{01BBDFA7-62C8-50AA-9B60-9C5DA7812E9F}" dt="2025-12-28T05:29:39.364" v="161" actId="14100"/>
        <pc:sldMkLst>
          <pc:docMk/>
          <pc:sldMk cId="0" sldId="256"/>
        </pc:sldMkLst>
        <pc:spChg chg="mo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Mouhamadou Fadel Diop" userId="e8033607-87e7-4749-a390-84e8655f9c7e" providerId="ADAL" clId="{01BBDFA7-62C8-50AA-9B60-9C5DA7812E9F}" dt="2025-12-28T05:15:31.818" v="2" actId="26606"/>
          <ac:spMkLst>
            <pc:docMk/>
            <pc:sldMk cId="0" sldId="256"/>
            <ac:spMk id="10" creationId="{ECC07320-C2CA-4E29-8481-9D9E143C7788}"/>
          </ac:spMkLst>
        </pc:spChg>
        <pc:spChg chg="add del">
          <ac:chgData name="Mouhamadou Fadel Diop" userId="e8033607-87e7-4749-a390-84e8655f9c7e" providerId="ADAL" clId="{01BBDFA7-62C8-50AA-9B60-9C5DA7812E9F}" dt="2025-12-28T05:15:31.818" v="2" actId="26606"/>
          <ac:spMkLst>
            <pc:docMk/>
            <pc:sldMk cId="0" sldId="256"/>
            <ac:spMk id="12" creationId="{178FB36B-5BFE-42CA-BC60-1115E0D95EEC}"/>
          </ac:spMkLst>
        </pc:spChg>
        <pc:spChg chg="ad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14" creationId="{4525F6AD-9418-4374-8ECA-3780082B1BBE}"/>
          </ac:spMkLst>
        </pc:spChg>
        <pc:spChg chg="ad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15" creationId="{73C994B4-9721-4148-9EEC-6793CECDE8DD}"/>
          </ac:spMkLst>
        </pc:spChg>
        <pc:spChg chg="ad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16" creationId="{3B083774-A903-4B1B-BC6A-94C1F048E82B}"/>
          </ac:spMkLst>
        </pc:spChg>
        <pc:spChg chg="add">
          <ac:chgData name="Mouhamadou Fadel Diop" userId="e8033607-87e7-4749-a390-84e8655f9c7e" providerId="ADAL" clId="{01BBDFA7-62C8-50AA-9B60-9C5DA7812E9F}" dt="2025-12-28T05:15:31.833" v="3" actId="26606"/>
          <ac:spMkLst>
            <pc:docMk/>
            <pc:sldMk cId="0" sldId="256"/>
            <ac:spMk id="17" creationId="{F9D95E49-763A-4886-B038-82F734740554}"/>
          </ac:spMkLst>
        </pc:spChg>
        <pc:picChg chg="add del mod ord">
          <ac:chgData name="Mouhamadou Fadel Diop" userId="e8033607-87e7-4749-a390-84e8655f9c7e" providerId="ADAL" clId="{01BBDFA7-62C8-50AA-9B60-9C5DA7812E9F}" dt="2025-12-28T05:28:57.196" v="156" actId="478"/>
          <ac:picMkLst>
            <pc:docMk/>
            <pc:sldMk cId="0" sldId="256"/>
            <ac:picMk id="5" creationId="{E78B0E77-8B5C-B9AF-83C4-CC668C86F4D2}"/>
          </ac:picMkLst>
        </pc:picChg>
        <pc:picChg chg="add mod">
          <ac:chgData name="Mouhamadou Fadel Diop" userId="e8033607-87e7-4749-a390-84e8655f9c7e" providerId="ADAL" clId="{01BBDFA7-62C8-50AA-9B60-9C5DA7812E9F}" dt="2025-12-28T05:29:39.364" v="161" actId="14100"/>
          <ac:picMkLst>
            <pc:docMk/>
            <pc:sldMk cId="0" sldId="256"/>
            <ac:picMk id="6" creationId="{5B14841D-ABAD-BB4E-F69D-EA7333FD6800}"/>
          </ac:picMkLst>
        </pc:picChg>
        <pc:cxnChg chg="add">
          <ac:chgData name="Mouhamadou Fadel Diop" userId="e8033607-87e7-4749-a390-84e8655f9c7e" providerId="ADAL" clId="{01BBDFA7-62C8-50AA-9B60-9C5DA7812E9F}" dt="2025-12-28T05:15:31.833" v="3" actId="26606"/>
          <ac:cxnSpMkLst>
            <pc:docMk/>
            <pc:sldMk cId="0" sldId="256"/>
            <ac:cxnSpMk id="18" creationId="{F1E07EB8-B07C-4EF5-8DE2-6B03F3EC83E1}"/>
          </ac:cxnSpMkLst>
        </pc:cxnChg>
        <pc:cxnChg chg="add">
          <ac:chgData name="Mouhamadou Fadel Diop" userId="e8033607-87e7-4749-a390-84e8655f9c7e" providerId="ADAL" clId="{01BBDFA7-62C8-50AA-9B60-9C5DA7812E9F}" dt="2025-12-28T05:15:31.833" v="3" actId="26606"/>
          <ac:cxnSpMkLst>
            <pc:docMk/>
            <pc:sldMk cId="0" sldId="256"/>
            <ac:cxnSpMk id="20" creationId="{C39679CC-0AEA-4729-827F-5738C10515DE}"/>
          </ac:cxnSpMkLst>
        </pc:cxnChg>
      </pc:sldChg>
      <pc:sldChg chg="addSp delSp modSp mod">
        <pc:chgData name="Mouhamadou Fadel Diop" userId="e8033607-87e7-4749-a390-84e8655f9c7e" providerId="ADAL" clId="{01BBDFA7-62C8-50AA-9B60-9C5DA7812E9F}" dt="2025-12-28T15:12:58.004" v="202" actId="1076"/>
        <pc:sldMkLst>
          <pc:docMk/>
          <pc:sldMk cId="2339145927" sldId="274"/>
        </pc:sldMkLst>
        <pc:spChg chg="add del mod">
          <ac:chgData name="Mouhamadou Fadel Diop" userId="e8033607-87e7-4749-a390-84e8655f9c7e" providerId="ADAL" clId="{01BBDFA7-62C8-50AA-9B60-9C5DA7812E9F}" dt="2025-12-28T15:12:47.023" v="201" actId="478"/>
          <ac:spMkLst>
            <pc:docMk/>
            <pc:sldMk cId="2339145927" sldId="274"/>
            <ac:spMk id="3" creationId="{D517F224-5052-34F5-3418-3BB2EE88D0A9}"/>
          </ac:spMkLst>
        </pc:spChg>
        <pc:graphicFrameChg chg="del mod">
          <ac:chgData name="Mouhamadou Fadel Diop" userId="e8033607-87e7-4749-a390-84e8655f9c7e" providerId="ADAL" clId="{01BBDFA7-62C8-50AA-9B60-9C5DA7812E9F}" dt="2025-12-28T12:55:02.095" v="163" actId="478"/>
          <ac:graphicFrameMkLst>
            <pc:docMk/>
            <pc:sldMk cId="2339145927" sldId="274"/>
            <ac:graphicFrameMk id="5" creationId="{00000000-0000-0000-0000-000000000000}"/>
          </ac:graphicFrameMkLst>
        </pc:graphicFrameChg>
        <pc:picChg chg="add mod">
          <ac:chgData name="Mouhamadou Fadel Diop" userId="e8033607-87e7-4749-a390-84e8655f9c7e" providerId="ADAL" clId="{01BBDFA7-62C8-50AA-9B60-9C5DA7812E9F}" dt="2025-12-28T15:12:58.004" v="202" actId="1076"/>
          <ac:picMkLst>
            <pc:docMk/>
            <pc:sldMk cId="2339145927" sldId="274"/>
            <ac:picMk id="6" creationId="{A517F60E-232B-125D-E369-91D57F8D8708}"/>
          </ac:picMkLst>
        </pc:picChg>
        <pc:picChg chg="add del mod">
          <ac:chgData name="Mouhamadou Fadel Diop" userId="e8033607-87e7-4749-a390-84e8655f9c7e" providerId="ADAL" clId="{01BBDFA7-62C8-50AA-9B60-9C5DA7812E9F}" dt="2025-12-28T12:55:56.758" v="165" actId="21"/>
          <ac:picMkLst>
            <pc:docMk/>
            <pc:sldMk cId="2339145927" sldId="274"/>
            <ac:picMk id="8" creationId="{ECA2D965-A9AF-31A4-94A3-44C34E6F278D}"/>
          </ac:picMkLst>
        </pc:picChg>
      </pc:sldChg>
      <pc:sldChg chg="addSp delSp modSp mod setBg">
        <pc:chgData name="Mouhamadou Fadel Diop" userId="e8033607-87e7-4749-a390-84e8655f9c7e" providerId="ADAL" clId="{01BBDFA7-62C8-50AA-9B60-9C5DA7812E9F}" dt="2025-12-28T17:19:32.630" v="204" actId="26606"/>
        <pc:sldMkLst>
          <pc:docMk/>
          <pc:sldMk cId="3867883287" sldId="281"/>
        </pc:sldMkLst>
        <pc:spChg chg="mod ord">
          <ac:chgData name="Mouhamadou Fadel Diop" userId="e8033607-87e7-4749-a390-84e8655f9c7e" providerId="ADAL" clId="{01BBDFA7-62C8-50AA-9B60-9C5DA7812E9F}" dt="2025-12-28T17:19:32.630" v="204" actId="26606"/>
          <ac:spMkLst>
            <pc:docMk/>
            <pc:sldMk cId="3867883287" sldId="281"/>
            <ac:spMk id="2" creationId="{00000000-0000-0000-0000-000000000000}"/>
          </ac:spMkLst>
        </pc:spChg>
        <pc:spChg chg="add del">
          <ac:chgData name="Mouhamadou Fadel Diop" userId="e8033607-87e7-4749-a390-84e8655f9c7e" providerId="ADAL" clId="{01BBDFA7-62C8-50AA-9B60-9C5DA7812E9F}" dt="2025-12-28T17:19:32.630" v="204" actId="26606"/>
          <ac:spMkLst>
            <pc:docMk/>
            <pc:sldMk cId="3867883287" sldId="281"/>
            <ac:spMk id="19" creationId="{262ABC4B-37D8-4218-BDD8-6DF6A00C0C80}"/>
          </ac:spMkLst>
        </pc:spChg>
        <pc:picChg chg="mod">
          <ac:chgData name="Mouhamadou Fadel Diop" userId="e8033607-87e7-4749-a390-84e8655f9c7e" providerId="ADAL" clId="{01BBDFA7-62C8-50AA-9B60-9C5DA7812E9F}" dt="2025-12-28T17:19:32.630" v="204" actId="26606"/>
          <ac:picMkLst>
            <pc:docMk/>
            <pc:sldMk cId="3867883287" sldId="281"/>
            <ac:picMk id="4" creationId="{00000000-0000-0000-0000-000000000000}"/>
          </ac:picMkLst>
        </pc:picChg>
        <pc:picChg chg="mod">
          <ac:chgData name="Mouhamadou Fadel Diop" userId="e8033607-87e7-4749-a390-84e8655f9c7e" providerId="ADAL" clId="{01BBDFA7-62C8-50AA-9B60-9C5DA7812E9F}" dt="2025-12-28T17:19:32.630" v="204" actId="26606"/>
          <ac:picMkLst>
            <pc:docMk/>
            <pc:sldMk cId="3867883287" sldId="281"/>
            <ac:picMk id="9" creationId="{00000000-0000-0000-0000-000000000000}"/>
          </ac:picMkLst>
        </pc:picChg>
        <pc:picChg chg="mod">
          <ac:chgData name="Mouhamadou Fadel Diop" userId="e8033607-87e7-4749-a390-84e8655f9c7e" providerId="ADAL" clId="{01BBDFA7-62C8-50AA-9B60-9C5DA7812E9F}" dt="2025-12-28T17:19:32.630" v="204" actId="26606"/>
          <ac:picMkLst>
            <pc:docMk/>
            <pc:sldMk cId="3867883287" sldId="281"/>
            <ac:picMk id="14" creationId="{00000000-0000-0000-0000-000000000000}"/>
          </ac:picMkLst>
        </pc:picChg>
      </pc:sldChg>
      <pc:sldChg chg="addSp delSp modSp mod">
        <pc:chgData name="Mouhamadou Fadel Diop" userId="e8033607-87e7-4749-a390-84e8655f9c7e" providerId="ADAL" clId="{01BBDFA7-62C8-50AA-9B60-9C5DA7812E9F}" dt="2025-12-28T15:10:40.361" v="198" actId="478"/>
        <pc:sldMkLst>
          <pc:docMk/>
          <pc:sldMk cId="2725079242" sldId="284"/>
        </pc:sldMkLst>
        <pc:spChg chg="mod">
          <ac:chgData name="Mouhamadou Fadel Diop" userId="e8033607-87e7-4749-a390-84e8655f9c7e" providerId="ADAL" clId="{01BBDFA7-62C8-50AA-9B60-9C5DA7812E9F}" dt="2025-12-28T05:26:03.748" v="54" actId="1076"/>
          <ac:spMkLst>
            <pc:docMk/>
            <pc:sldMk cId="2725079242" sldId="284"/>
            <ac:spMk id="3" creationId="{00000000-0000-0000-0000-000000000000}"/>
          </ac:spMkLst>
        </pc:spChg>
        <pc:spChg chg="del mod">
          <ac:chgData name="Mouhamadou Fadel Diop" userId="e8033607-87e7-4749-a390-84e8655f9c7e" providerId="ADAL" clId="{01BBDFA7-62C8-50AA-9B60-9C5DA7812E9F}" dt="2025-12-28T15:09:44.838" v="190" actId="478"/>
          <ac:spMkLst>
            <pc:docMk/>
            <pc:sldMk cId="2725079242" sldId="284"/>
            <ac:spMk id="4" creationId="{00000000-0000-0000-0000-000000000000}"/>
          </ac:spMkLst>
        </pc:spChg>
        <pc:spChg chg="add del mod">
          <ac:chgData name="Mouhamadou Fadel Diop" userId="e8033607-87e7-4749-a390-84e8655f9c7e" providerId="ADAL" clId="{01BBDFA7-62C8-50AA-9B60-9C5DA7812E9F}" dt="2025-12-28T15:10:40.361" v="198" actId="478"/>
          <ac:spMkLst>
            <pc:docMk/>
            <pc:sldMk cId="2725079242" sldId="284"/>
            <ac:spMk id="5" creationId="{E6A56961-945C-1FCB-EF18-AD548C00DF35}"/>
          </ac:spMkLst>
        </pc:spChg>
        <pc:spChg chg="add mod">
          <ac:chgData name="Mouhamadou Fadel Diop" userId="e8033607-87e7-4749-a390-84e8655f9c7e" providerId="ADAL" clId="{01BBDFA7-62C8-50AA-9B60-9C5DA7812E9F}" dt="2025-12-28T15:10:32.549" v="197" actId="20577"/>
          <ac:spMkLst>
            <pc:docMk/>
            <pc:sldMk cId="2725079242" sldId="284"/>
            <ac:spMk id="9" creationId="{DB8DC973-72F4-62DB-7D66-DB3E2817CF1F}"/>
          </ac:spMkLst>
        </pc:spChg>
        <pc:graphicFrameChg chg="del">
          <ac:chgData name="Mouhamadou Fadel Diop" userId="e8033607-87e7-4749-a390-84e8655f9c7e" providerId="ADAL" clId="{01BBDFA7-62C8-50AA-9B60-9C5DA7812E9F}" dt="2025-12-28T12:56:03.251" v="166" actId="478"/>
          <ac:graphicFrameMkLst>
            <pc:docMk/>
            <pc:sldMk cId="2725079242" sldId="284"/>
            <ac:graphicFrameMk id="6" creationId="{00000000-0000-0000-0000-000000000000}"/>
          </ac:graphicFrameMkLst>
        </pc:graphicFrameChg>
        <pc:picChg chg="add mod">
          <ac:chgData name="Mouhamadou Fadel Diop" userId="e8033607-87e7-4749-a390-84e8655f9c7e" providerId="ADAL" clId="{01BBDFA7-62C8-50AA-9B60-9C5DA7812E9F}" dt="2025-12-28T12:56:35.340" v="169" actId="1076"/>
          <ac:picMkLst>
            <pc:docMk/>
            <pc:sldMk cId="2725079242" sldId="284"/>
            <ac:picMk id="8" creationId="{8B6D1B1A-D65A-A8E3-3693-FBF2B17056AE}"/>
          </ac:picMkLst>
        </pc:picChg>
      </pc:sldChg>
      <pc:sldChg chg="delSp mod">
        <pc:chgData name="Mouhamadou Fadel Diop" userId="e8033607-87e7-4749-a390-84e8655f9c7e" providerId="ADAL" clId="{01BBDFA7-62C8-50AA-9B60-9C5DA7812E9F}" dt="2025-12-28T17:20:23.701" v="205" actId="478"/>
        <pc:sldMkLst>
          <pc:docMk/>
          <pc:sldMk cId="308134820" sldId="292"/>
        </pc:sldMkLst>
        <pc:picChg chg="del">
          <ac:chgData name="Mouhamadou Fadel Diop" userId="e8033607-87e7-4749-a390-84e8655f9c7e" providerId="ADAL" clId="{01BBDFA7-62C8-50AA-9B60-9C5DA7812E9F}" dt="2025-12-28T17:20:23.701" v="205" actId="478"/>
          <ac:picMkLst>
            <pc:docMk/>
            <pc:sldMk cId="308134820" sldId="292"/>
            <ac:picMk id="3" creationId="{00000000-0000-0000-0000-000000000000}"/>
          </ac:picMkLst>
        </pc:picChg>
      </pc:sldChg>
      <pc:sldChg chg="addSp modSp mod">
        <pc:chgData name="Mouhamadou Fadel Diop" userId="e8033607-87e7-4749-a390-84e8655f9c7e" providerId="ADAL" clId="{01BBDFA7-62C8-50AA-9B60-9C5DA7812E9F}" dt="2025-12-28T05:27:33.019" v="136" actId="113"/>
        <pc:sldMkLst>
          <pc:docMk/>
          <pc:sldMk cId="3729260436" sldId="293"/>
        </pc:sldMkLst>
        <pc:spChg chg="add mod">
          <ac:chgData name="Mouhamadou Fadel Diop" userId="e8033607-87e7-4749-a390-84e8655f9c7e" providerId="ADAL" clId="{01BBDFA7-62C8-50AA-9B60-9C5DA7812E9F}" dt="2025-12-28T05:27:33.019" v="136" actId="113"/>
          <ac:spMkLst>
            <pc:docMk/>
            <pc:sldMk cId="3729260436" sldId="293"/>
            <ac:spMk id="3" creationId="{2527E4C0-5E62-6654-482E-62B8AF0494CD}"/>
          </ac:spMkLst>
        </pc:spChg>
      </pc:sldChg>
      <pc:sldChg chg="addSp modSp mod">
        <pc:chgData name="Mouhamadou Fadel Diop" userId="e8033607-87e7-4749-a390-84e8655f9c7e" providerId="ADAL" clId="{01BBDFA7-62C8-50AA-9B60-9C5DA7812E9F}" dt="2025-12-28T05:28:12.874" v="154" actId="207"/>
        <pc:sldMkLst>
          <pc:docMk/>
          <pc:sldMk cId="4069440305" sldId="294"/>
        </pc:sldMkLst>
        <pc:spChg chg="add mod">
          <ac:chgData name="Mouhamadou Fadel Diop" userId="e8033607-87e7-4749-a390-84e8655f9c7e" providerId="ADAL" clId="{01BBDFA7-62C8-50AA-9B60-9C5DA7812E9F}" dt="2025-12-28T05:28:12.874" v="154" actId="207"/>
          <ac:spMkLst>
            <pc:docMk/>
            <pc:sldMk cId="4069440305" sldId="294"/>
            <ac:spMk id="4" creationId="{FC653512-D9F6-88FF-6367-64B7DCD3628E}"/>
          </ac:spMkLst>
        </pc:spChg>
      </pc:sldChg>
      <pc:sldChg chg="addSp delSp mod">
        <pc:chgData name="Mouhamadou Fadel Diop" userId="e8033607-87e7-4749-a390-84e8655f9c7e" providerId="ADAL" clId="{01BBDFA7-62C8-50AA-9B60-9C5DA7812E9F}" dt="2025-12-28T05:31:52.244" v="162" actId="26606"/>
        <pc:sldMkLst>
          <pc:docMk/>
          <pc:sldMk cId="3161680657" sldId="295"/>
        </pc:sldMkLst>
        <pc:spChg chg="del">
          <ac:chgData name="Mouhamadou Fadel Diop" userId="e8033607-87e7-4749-a390-84e8655f9c7e" providerId="ADAL" clId="{01BBDFA7-62C8-50AA-9B60-9C5DA7812E9F}" dt="2025-12-28T05:31:52.244" v="162" actId="26606"/>
          <ac:spMkLst>
            <pc:docMk/>
            <pc:sldMk cId="3161680657" sldId="295"/>
            <ac:spMk id="8" creationId="{00000000-0000-0000-0000-000000000000}"/>
          </ac:spMkLst>
        </pc:spChg>
        <pc:graphicFrameChg chg="add">
          <ac:chgData name="Mouhamadou Fadel Diop" userId="e8033607-87e7-4749-a390-84e8655f9c7e" providerId="ADAL" clId="{01BBDFA7-62C8-50AA-9B60-9C5DA7812E9F}" dt="2025-12-28T05:31:52.244" v="162" actId="26606"/>
          <ac:graphicFrameMkLst>
            <pc:docMk/>
            <pc:sldMk cId="3161680657" sldId="295"/>
            <ac:graphicFrameMk id="10" creationId="{20AD1EFD-6947-C9A9-D3B4-D530936E5E60}"/>
          </ac:graphicFrameMkLst>
        </pc:graphicFrameChg>
      </pc:sldChg>
      <pc:sldChg chg="addSp delSp modSp new mod">
        <pc:chgData name="Mouhamadou Fadel Diop" userId="e8033607-87e7-4749-a390-84e8655f9c7e" providerId="ADAL" clId="{01BBDFA7-62C8-50AA-9B60-9C5DA7812E9F}" dt="2025-12-29T00:38:05.528" v="231" actId="20577"/>
        <pc:sldMkLst>
          <pc:docMk/>
          <pc:sldMk cId="3367674032" sldId="296"/>
        </pc:sldMkLst>
        <pc:spChg chg="add mod">
          <ac:chgData name="Mouhamadou Fadel Diop" userId="e8033607-87e7-4749-a390-84e8655f9c7e" providerId="ADAL" clId="{01BBDFA7-62C8-50AA-9B60-9C5DA7812E9F}" dt="2025-12-29T00:38:05.528" v="231" actId="20577"/>
          <ac:spMkLst>
            <pc:docMk/>
            <pc:sldMk cId="3367674032" sldId="296"/>
            <ac:spMk id="4" creationId="{498CD672-0A0C-4D98-CE1B-2A9F88049D70}"/>
          </ac:spMkLst>
        </pc:spChg>
        <pc:graphicFrameChg chg="add del mod">
          <ac:chgData name="Mouhamadou Fadel Diop" userId="e8033607-87e7-4749-a390-84e8655f9c7e" providerId="ADAL" clId="{01BBDFA7-62C8-50AA-9B60-9C5DA7812E9F}" dt="2025-12-29T00:36:06.435" v="209" actId="478"/>
          <ac:graphicFrameMkLst>
            <pc:docMk/>
            <pc:sldMk cId="3367674032" sldId="296"/>
            <ac:graphicFrameMk id="3" creationId="{C5B42ECD-4222-74ED-A268-B0D3BB3FADCA}"/>
          </ac:graphicFrameMkLst>
        </pc:graphicFrameChg>
      </pc:sldChg>
      <pc:sldChg chg="delSp add">
        <pc:chgData name="Mouhamadou Fadel Diop" userId="e8033607-87e7-4749-a390-84e8655f9c7e" providerId="ADAL" clId="{01BBDFA7-62C8-50AA-9B60-9C5DA7812E9F}" dt="2025-12-29T00:35:58.445" v="208" actId="478"/>
        <pc:sldMkLst>
          <pc:docMk/>
          <pc:sldMk cId="2080950406" sldId="297"/>
        </pc:sldMkLst>
        <pc:spChg chg="del">
          <ac:chgData name="Mouhamadou Fadel Diop" userId="e8033607-87e7-4749-a390-84e8655f9c7e" providerId="ADAL" clId="{01BBDFA7-62C8-50AA-9B60-9C5DA7812E9F}" dt="2025-12-29T00:35:58.445" v="208" actId="478"/>
          <ac:spMkLst>
            <pc:docMk/>
            <pc:sldMk cId="2080950406" sldId="297"/>
            <ac:spMk id="4" creationId="{B46B11B1-FAC0-AE1C-905A-75B431E1245F}"/>
          </ac:spMkLst>
        </pc:spChg>
      </pc:sldChg>
      <pc:sldChg chg="addSp modSp new mod">
        <pc:chgData name="Mouhamadou Fadel Diop" userId="e8033607-87e7-4749-a390-84e8655f9c7e" providerId="ADAL" clId="{01BBDFA7-62C8-50AA-9B60-9C5DA7812E9F}" dt="2025-12-29T00:37:47.173" v="226" actId="404"/>
        <pc:sldMkLst>
          <pc:docMk/>
          <pc:sldMk cId="1520251759" sldId="298"/>
        </pc:sldMkLst>
        <pc:spChg chg="add mod">
          <ac:chgData name="Mouhamadou Fadel Diop" userId="e8033607-87e7-4749-a390-84e8655f9c7e" providerId="ADAL" clId="{01BBDFA7-62C8-50AA-9B60-9C5DA7812E9F}" dt="2025-12-29T00:37:47.173" v="226" actId="404"/>
          <ac:spMkLst>
            <pc:docMk/>
            <pc:sldMk cId="1520251759" sldId="298"/>
            <ac:spMk id="4" creationId="{D4196660-87B5-A3BF-FF58-F1AFA3CF0E9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BFDF3F-404E-45CD-8B6C-35104CA9673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69D4A0-66FC-49D2-B9AA-1E301C09EB03}">
      <dgm:prSet/>
      <dgm:spPr/>
      <dgm:t>
        <a:bodyPr/>
        <a:lstStyle/>
        <a:p>
          <a:r>
            <a:rPr lang="en-US"/>
            <a:t>Direct transmission pairs concentrate very strongly at extremely small TMRCA</a:t>
          </a:r>
        </a:p>
      </dgm:t>
    </dgm:pt>
    <dgm:pt modelId="{5D422EB5-898A-4A3E-8B6E-88A798A6A76A}" type="parTrans" cxnId="{42E7181F-52F2-4923-BFE2-D897522258EB}">
      <dgm:prSet/>
      <dgm:spPr/>
      <dgm:t>
        <a:bodyPr/>
        <a:lstStyle/>
        <a:p>
          <a:endParaRPr lang="en-US"/>
        </a:p>
      </dgm:t>
    </dgm:pt>
    <dgm:pt modelId="{4C70F1B4-7E0E-4FD9-973F-891180D26229}" type="sibTrans" cxnId="{42E7181F-52F2-4923-BFE2-D897522258EB}">
      <dgm:prSet/>
      <dgm:spPr/>
      <dgm:t>
        <a:bodyPr/>
        <a:lstStyle/>
        <a:p>
          <a:endParaRPr lang="en-US"/>
        </a:p>
      </dgm:t>
    </dgm:pt>
    <dgm:pt modelId="{3F0F8B04-C8D8-4094-A928-B050C51AD1E2}">
      <dgm:prSet/>
      <dgm:spPr/>
      <dgm:t>
        <a:bodyPr/>
        <a:lstStyle/>
        <a:p>
          <a:r>
            <a:rPr lang="en-US"/>
            <a:t>Direct pairs shift toward smaller distances</a:t>
          </a:r>
        </a:p>
      </dgm:t>
    </dgm:pt>
    <dgm:pt modelId="{83E668F5-199D-4E77-B230-209A203BC66F}" type="parTrans" cxnId="{B3E70132-3AF5-4B41-AAC3-1F10D2665FAF}">
      <dgm:prSet/>
      <dgm:spPr/>
      <dgm:t>
        <a:bodyPr/>
        <a:lstStyle/>
        <a:p>
          <a:endParaRPr lang="en-US"/>
        </a:p>
      </dgm:t>
    </dgm:pt>
    <dgm:pt modelId="{A9E2916E-FB6F-4733-AD5E-8BD6B3A3F2EC}" type="sibTrans" cxnId="{B3E70132-3AF5-4B41-AAC3-1F10D2665FAF}">
      <dgm:prSet/>
      <dgm:spPr/>
      <dgm:t>
        <a:bodyPr/>
        <a:lstStyle/>
        <a:p>
          <a:endParaRPr lang="en-US"/>
        </a:p>
      </dgm:t>
    </dgm:pt>
    <dgm:pt modelId="{CAB16F17-DEF6-42DF-9474-7C2AEDC67EEE}">
      <dgm:prSet/>
      <dgm:spPr/>
      <dgm:t>
        <a:bodyPr/>
        <a:lstStyle/>
        <a:p>
          <a:r>
            <a:rPr lang="en-US"/>
            <a:t>Multiple local genealogies, increasing the number of independent mutational signals. </a:t>
          </a:r>
        </a:p>
      </dgm:t>
    </dgm:pt>
    <dgm:pt modelId="{CD5FBF58-39DF-4225-9D17-8BC5914882B0}" type="parTrans" cxnId="{C0EE37C9-3A32-4B8C-ACE1-55D7E3EE8290}">
      <dgm:prSet/>
      <dgm:spPr/>
      <dgm:t>
        <a:bodyPr/>
        <a:lstStyle/>
        <a:p>
          <a:endParaRPr lang="en-US"/>
        </a:p>
      </dgm:t>
    </dgm:pt>
    <dgm:pt modelId="{D133D33E-8EB7-4393-8E8F-8177EDBA372E}" type="sibTrans" cxnId="{C0EE37C9-3A32-4B8C-ACE1-55D7E3EE8290}">
      <dgm:prSet/>
      <dgm:spPr/>
      <dgm:t>
        <a:bodyPr/>
        <a:lstStyle/>
        <a:p>
          <a:endParaRPr lang="en-US"/>
        </a:p>
      </dgm:t>
    </dgm:pt>
    <dgm:pt modelId="{A82D4E7C-2DEB-4614-A2B3-81B47FA1ACD8}">
      <dgm:prSet/>
      <dgm:spPr/>
      <dgm:t>
        <a:bodyPr/>
        <a:lstStyle/>
        <a:p>
          <a:r>
            <a:rPr lang="en-US"/>
            <a:t>Phylogenetic distances are no longer dominated by a single shared haplotype</a:t>
          </a:r>
        </a:p>
      </dgm:t>
    </dgm:pt>
    <dgm:pt modelId="{77AD586D-47C6-4CF9-B90D-51878D43D431}" type="parTrans" cxnId="{CD9DE513-973B-4DF6-BBF4-4AEFEB2F7B9D}">
      <dgm:prSet/>
      <dgm:spPr/>
      <dgm:t>
        <a:bodyPr/>
        <a:lstStyle/>
        <a:p>
          <a:endParaRPr lang="en-US"/>
        </a:p>
      </dgm:t>
    </dgm:pt>
    <dgm:pt modelId="{87E73992-A12C-4BC5-AE46-A204930CB137}" type="sibTrans" cxnId="{CD9DE513-973B-4DF6-BBF4-4AEFEB2F7B9D}">
      <dgm:prSet/>
      <dgm:spPr/>
      <dgm:t>
        <a:bodyPr/>
        <a:lstStyle/>
        <a:p>
          <a:endParaRPr lang="en-US"/>
        </a:p>
      </dgm:t>
    </dgm:pt>
    <dgm:pt modelId="{4C495B2A-57CC-9948-A7C2-3FD6546FE5AD}" type="pres">
      <dgm:prSet presAssocID="{E8BFDF3F-404E-45CD-8B6C-35104CA967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43038E-D10A-C940-AAB0-4518C08979E7}" type="pres">
      <dgm:prSet presAssocID="{A069D4A0-66FC-49D2-B9AA-1E301C09EB03}" presName="hierRoot1" presStyleCnt="0"/>
      <dgm:spPr/>
    </dgm:pt>
    <dgm:pt modelId="{335749BB-0C51-4D42-A426-7D539F2524F1}" type="pres">
      <dgm:prSet presAssocID="{A069D4A0-66FC-49D2-B9AA-1E301C09EB03}" presName="composite" presStyleCnt="0"/>
      <dgm:spPr/>
    </dgm:pt>
    <dgm:pt modelId="{66E8DF00-8AF6-324E-B1BE-FE2B80380B2B}" type="pres">
      <dgm:prSet presAssocID="{A069D4A0-66FC-49D2-B9AA-1E301C09EB03}" presName="background" presStyleLbl="node0" presStyleIdx="0" presStyleCnt="4"/>
      <dgm:spPr/>
    </dgm:pt>
    <dgm:pt modelId="{44EE65AE-F998-D546-A889-CD0AFC49ED8A}" type="pres">
      <dgm:prSet presAssocID="{A069D4A0-66FC-49D2-B9AA-1E301C09EB03}" presName="text" presStyleLbl="fgAcc0" presStyleIdx="0" presStyleCnt="4">
        <dgm:presLayoutVars>
          <dgm:chPref val="3"/>
        </dgm:presLayoutVars>
      </dgm:prSet>
      <dgm:spPr/>
    </dgm:pt>
    <dgm:pt modelId="{871E0247-10D4-A042-B5F8-C011308304D7}" type="pres">
      <dgm:prSet presAssocID="{A069D4A0-66FC-49D2-B9AA-1E301C09EB03}" presName="hierChild2" presStyleCnt="0"/>
      <dgm:spPr/>
    </dgm:pt>
    <dgm:pt modelId="{9ECAEEB6-0F9F-3644-B361-B6145DD1698D}" type="pres">
      <dgm:prSet presAssocID="{3F0F8B04-C8D8-4094-A928-B050C51AD1E2}" presName="hierRoot1" presStyleCnt="0"/>
      <dgm:spPr/>
    </dgm:pt>
    <dgm:pt modelId="{F99BFFAF-A613-2B46-85B2-FC85B0D14A4A}" type="pres">
      <dgm:prSet presAssocID="{3F0F8B04-C8D8-4094-A928-B050C51AD1E2}" presName="composite" presStyleCnt="0"/>
      <dgm:spPr/>
    </dgm:pt>
    <dgm:pt modelId="{0E347C48-E798-714A-A7C0-BA1F2B1E80A6}" type="pres">
      <dgm:prSet presAssocID="{3F0F8B04-C8D8-4094-A928-B050C51AD1E2}" presName="background" presStyleLbl="node0" presStyleIdx="1" presStyleCnt="4"/>
      <dgm:spPr/>
    </dgm:pt>
    <dgm:pt modelId="{12506C6C-FF8D-F341-A60D-777867927EC0}" type="pres">
      <dgm:prSet presAssocID="{3F0F8B04-C8D8-4094-A928-B050C51AD1E2}" presName="text" presStyleLbl="fgAcc0" presStyleIdx="1" presStyleCnt="4">
        <dgm:presLayoutVars>
          <dgm:chPref val="3"/>
        </dgm:presLayoutVars>
      </dgm:prSet>
      <dgm:spPr/>
    </dgm:pt>
    <dgm:pt modelId="{D3FE5248-1AD9-584C-8016-C53485D87C59}" type="pres">
      <dgm:prSet presAssocID="{3F0F8B04-C8D8-4094-A928-B050C51AD1E2}" presName="hierChild2" presStyleCnt="0"/>
      <dgm:spPr/>
    </dgm:pt>
    <dgm:pt modelId="{3D613824-7903-C74B-BC30-F2AD6855D954}" type="pres">
      <dgm:prSet presAssocID="{CAB16F17-DEF6-42DF-9474-7C2AEDC67EEE}" presName="hierRoot1" presStyleCnt="0"/>
      <dgm:spPr/>
    </dgm:pt>
    <dgm:pt modelId="{47BA96E1-F25D-484D-A25F-7D7C8A41E437}" type="pres">
      <dgm:prSet presAssocID="{CAB16F17-DEF6-42DF-9474-7C2AEDC67EEE}" presName="composite" presStyleCnt="0"/>
      <dgm:spPr/>
    </dgm:pt>
    <dgm:pt modelId="{198909D6-8762-7A48-9A2A-AFFB89242000}" type="pres">
      <dgm:prSet presAssocID="{CAB16F17-DEF6-42DF-9474-7C2AEDC67EEE}" presName="background" presStyleLbl="node0" presStyleIdx="2" presStyleCnt="4"/>
      <dgm:spPr/>
    </dgm:pt>
    <dgm:pt modelId="{F9EE1FFC-4551-4C47-B474-09CC41DA6064}" type="pres">
      <dgm:prSet presAssocID="{CAB16F17-DEF6-42DF-9474-7C2AEDC67EEE}" presName="text" presStyleLbl="fgAcc0" presStyleIdx="2" presStyleCnt="4">
        <dgm:presLayoutVars>
          <dgm:chPref val="3"/>
        </dgm:presLayoutVars>
      </dgm:prSet>
      <dgm:spPr/>
    </dgm:pt>
    <dgm:pt modelId="{3E5A32BD-0D01-7D4C-B0F8-6F70378CAA32}" type="pres">
      <dgm:prSet presAssocID="{CAB16F17-DEF6-42DF-9474-7C2AEDC67EEE}" presName="hierChild2" presStyleCnt="0"/>
      <dgm:spPr/>
    </dgm:pt>
    <dgm:pt modelId="{28C2D57E-E17D-B748-85D0-57BF2B25F41F}" type="pres">
      <dgm:prSet presAssocID="{A82D4E7C-2DEB-4614-A2B3-81B47FA1ACD8}" presName="hierRoot1" presStyleCnt="0"/>
      <dgm:spPr/>
    </dgm:pt>
    <dgm:pt modelId="{3210BF03-FB9F-454C-8487-4C41D6C44834}" type="pres">
      <dgm:prSet presAssocID="{A82D4E7C-2DEB-4614-A2B3-81B47FA1ACD8}" presName="composite" presStyleCnt="0"/>
      <dgm:spPr/>
    </dgm:pt>
    <dgm:pt modelId="{76DB6B2F-F871-BD41-8D11-93DE2995A9B1}" type="pres">
      <dgm:prSet presAssocID="{A82D4E7C-2DEB-4614-A2B3-81B47FA1ACD8}" presName="background" presStyleLbl="node0" presStyleIdx="3" presStyleCnt="4"/>
      <dgm:spPr/>
    </dgm:pt>
    <dgm:pt modelId="{27D4A950-EF0C-3044-BE02-27E69BDFE291}" type="pres">
      <dgm:prSet presAssocID="{A82D4E7C-2DEB-4614-A2B3-81B47FA1ACD8}" presName="text" presStyleLbl="fgAcc0" presStyleIdx="3" presStyleCnt="4">
        <dgm:presLayoutVars>
          <dgm:chPref val="3"/>
        </dgm:presLayoutVars>
      </dgm:prSet>
      <dgm:spPr/>
    </dgm:pt>
    <dgm:pt modelId="{FFC10B41-35A8-784A-91BF-2E3A0CDA19B8}" type="pres">
      <dgm:prSet presAssocID="{A82D4E7C-2DEB-4614-A2B3-81B47FA1ACD8}" presName="hierChild2" presStyleCnt="0"/>
      <dgm:spPr/>
    </dgm:pt>
  </dgm:ptLst>
  <dgm:cxnLst>
    <dgm:cxn modelId="{CD9DE513-973B-4DF6-BBF4-4AEFEB2F7B9D}" srcId="{E8BFDF3F-404E-45CD-8B6C-35104CA9673C}" destId="{A82D4E7C-2DEB-4614-A2B3-81B47FA1ACD8}" srcOrd="3" destOrd="0" parTransId="{77AD586D-47C6-4CF9-B90D-51878D43D431}" sibTransId="{87E73992-A12C-4BC5-AE46-A204930CB137}"/>
    <dgm:cxn modelId="{42E7181F-52F2-4923-BFE2-D897522258EB}" srcId="{E8BFDF3F-404E-45CD-8B6C-35104CA9673C}" destId="{A069D4A0-66FC-49D2-B9AA-1E301C09EB03}" srcOrd="0" destOrd="0" parTransId="{5D422EB5-898A-4A3E-8B6E-88A798A6A76A}" sibTransId="{4C70F1B4-7E0E-4FD9-973F-891180D26229}"/>
    <dgm:cxn modelId="{B3E70132-3AF5-4B41-AAC3-1F10D2665FAF}" srcId="{E8BFDF3F-404E-45CD-8B6C-35104CA9673C}" destId="{3F0F8B04-C8D8-4094-A928-B050C51AD1E2}" srcOrd="1" destOrd="0" parTransId="{83E668F5-199D-4E77-B230-209A203BC66F}" sibTransId="{A9E2916E-FB6F-4733-AD5E-8BD6B3A3F2EC}"/>
    <dgm:cxn modelId="{D1B72B64-0529-DB4F-ADE7-D21C38BB0D65}" type="presOf" srcId="{A82D4E7C-2DEB-4614-A2B3-81B47FA1ACD8}" destId="{27D4A950-EF0C-3044-BE02-27E69BDFE291}" srcOrd="0" destOrd="0" presId="urn:microsoft.com/office/officeart/2005/8/layout/hierarchy1"/>
    <dgm:cxn modelId="{EE1AAB8D-05C8-D148-A5E3-6E34784B9DD0}" type="presOf" srcId="{CAB16F17-DEF6-42DF-9474-7C2AEDC67EEE}" destId="{F9EE1FFC-4551-4C47-B474-09CC41DA6064}" srcOrd="0" destOrd="0" presId="urn:microsoft.com/office/officeart/2005/8/layout/hierarchy1"/>
    <dgm:cxn modelId="{8BDC43C7-5445-1D42-9F9A-34E2A159F98E}" type="presOf" srcId="{A069D4A0-66FC-49D2-B9AA-1E301C09EB03}" destId="{44EE65AE-F998-D546-A889-CD0AFC49ED8A}" srcOrd="0" destOrd="0" presId="urn:microsoft.com/office/officeart/2005/8/layout/hierarchy1"/>
    <dgm:cxn modelId="{C0EE37C9-3A32-4B8C-ACE1-55D7E3EE8290}" srcId="{E8BFDF3F-404E-45CD-8B6C-35104CA9673C}" destId="{CAB16F17-DEF6-42DF-9474-7C2AEDC67EEE}" srcOrd="2" destOrd="0" parTransId="{CD5FBF58-39DF-4225-9D17-8BC5914882B0}" sibTransId="{D133D33E-8EB7-4393-8E8F-8177EDBA372E}"/>
    <dgm:cxn modelId="{35BC02CE-471C-C64A-B3B4-BA47B4EE2CFA}" type="presOf" srcId="{3F0F8B04-C8D8-4094-A928-B050C51AD1E2}" destId="{12506C6C-FF8D-F341-A60D-777867927EC0}" srcOrd="0" destOrd="0" presId="urn:microsoft.com/office/officeart/2005/8/layout/hierarchy1"/>
    <dgm:cxn modelId="{DE950DFC-DBC4-F14A-98AE-2B5FCE042F0F}" type="presOf" srcId="{E8BFDF3F-404E-45CD-8B6C-35104CA9673C}" destId="{4C495B2A-57CC-9948-A7C2-3FD6546FE5AD}" srcOrd="0" destOrd="0" presId="urn:microsoft.com/office/officeart/2005/8/layout/hierarchy1"/>
    <dgm:cxn modelId="{2C2ADC0C-5E20-4649-8557-DA094141C6C9}" type="presParOf" srcId="{4C495B2A-57CC-9948-A7C2-3FD6546FE5AD}" destId="{EF43038E-D10A-C940-AAB0-4518C08979E7}" srcOrd="0" destOrd="0" presId="urn:microsoft.com/office/officeart/2005/8/layout/hierarchy1"/>
    <dgm:cxn modelId="{1A934BAE-7800-0A45-A16C-5832431825E1}" type="presParOf" srcId="{EF43038E-D10A-C940-AAB0-4518C08979E7}" destId="{335749BB-0C51-4D42-A426-7D539F2524F1}" srcOrd="0" destOrd="0" presId="urn:microsoft.com/office/officeart/2005/8/layout/hierarchy1"/>
    <dgm:cxn modelId="{D5C11932-8788-C44C-B6C9-1ADFD0069F79}" type="presParOf" srcId="{335749BB-0C51-4D42-A426-7D539F2524F1}" destId="{66E8DF00-8AF6-324E-B1BE-FE2B80380B2B}" srcOrd="0" destOrd="0" presId="urn:microsoft.com/office/officeart/2005/8/layout/hierarchy1"/>
    <dgm:cxn modelId="{F3C9BDCD-C92B-524F-9919-E12E72F384DC}" type="presParOf" srcId="{335749BB-0C51-4D42-A426-7D539F2524F1}" destId="{44EE65AE-F998-D546-A889-CD0AFC49ED8A}" srcOrd="1" destOrd="0" presId="urn:microsoft.com/office/officeart/2005/8/layout/hierarchy1"/>
    <dgm:cxn modelId="{00298ECC-726D-A941-A177-27C34690B118}" type="presParOf" srcId="{EF43038E-D10A-C940-AAB0-4518C08979E7}" destId="{871E0247-10D4-A042-B5F8-C011308304D7}" srcOrd="1" destOrd="0" presId="urn:microsoft.com/office/officeart/2005/8/layout/hierarchy1"/>
    <dgm:cxn modelId="{3AB4287D-CA77-624E-BA49-F6E228900338}" type="presParOf" srcId="{4C495B2A-57CC-9948-A7C2-3FD6546FE5AD}" destId="{9ECAEEB6-0F9F-3644-B361-B6145DD1698D}" srcOrd="1" destOrd="0" presId="urn:microsoft.com/office/officeart/2005/8/layout/hierarchy1"/>
    <dgm:cxn modelId="{E5B7215E-18C2-DE45-8FEF-9016E57A0EE1}" type="presParOf" srcId="{9ECAEEB6-0F9F-3644-B361-B6145DD1698D}" destId="{F99BFFAF-A613-2B46-85B2-FC85B0D14A4A}" srcOrd="0" destOrd="0" presId="urn:microsoft.com/office/officeart/2005/8/layout/hierarchy1"/>
    <dgm:cxn modelId="{694EE67A-FEEE-E24F-A1D5-C5A11AAEA2B0}" type="presParOf" srcId="{F99BFFAF-A613-2B46-85B2-FC85B0D14A4A}" destId="{0E347C48-E798-714A-A7C0-BA1F2B1E80A6}" srcOrd="0" destOrd="0" presId="urn:microsoft.com/office/officeart/2005/8/layout/hierarchy1"/>
    <dgm:cxn modelId="{9F733639-0D46-304F-8F02-B568B7228D89}" type="presParOf" srcId="{F99BFFAF-A613-2B46-85B2-FC85B0D14A4A}" destId="{12506C6C-FF8D-F341-A60D-777867927EC0}" srcOrd="1" destOrd="0" presId="urn:microsoft.com/office/officeart/2005/8/layout/hierarchy1"/>
    <dgm:cxn modelId="{A8F55527-B427-7D4D-9141-81CBBA29208F}" type="presParOf" srcId="{9ECAEEB6-0F9F-3644-B361-B6145DD1698D}" destId="{D3FE5248-1AD9-584C-8016-C53485D87C59}" srcOrd="1" destOrd="0" presId="urn:microsoft.com/office/officeart/2005/8/layout/hierarchy1"/>
    <dgm:cxn modelId="{EC6E31DE-F790-8C4F-AC4B-DE9E8119B7E8}" type="presParOf" srcId="{4C495B2A-57CC-9948-A7C2-3FD6546FE5AD}" destId="{3D613824-7903-C74B-BC30-F2AD6855D954}" srcOrd="2" destOrd="0" presId="urn:microsoft.com/office/officeart/2005/8/layout/hierarchy1"/>
    <dgm:cxn modelId="{05E3A261-A338-DF4B-8415-5CCDD618B4F0}" type="presParOf" srcId="{3D613824-7903-C74B-BC30-F2AD6855D954}" destId="{47BA96E1-F25D-484D-A25F-7D7C8A41E437}" srcOrd="0" destOrd="0" presId="urn:microsoft.com/office/officeart/2005/8/layout/hierarchy1"/>
    <dgm:cxn modelId="{176A925B-FEC8-2849-B15C-7B984FCF7B2C}" type="presParOf" srcId="{47BA96E1-F25D-484D-A25F-7D7C8A41E437}" destId="{198909D6-8762-7A48-9A2A-AFFB89242000}" srcOrd="0" destOrd="0" presId="urn:microsoft.com/office/officeart/2005/8/layout/hierarchy1"/>
    <dgm:cxn modelId="{3A80736B-51DB-554B-AAB0-0712C5A24FCA}" type="presParOf" srcId="{47BA96E1-F25D-484D-A25F-7D7C8A41E437}" destId="{F9EE1FFC-4551-4C47-B474-09CC41DA6064}" srcOrd="1" destOrd="0" presId="urn:microsoft.com/office/officeart/2005/8/layout/hierarchy1"/>
    <dgm:cxn modelId="{81C3268F-6CB1-8C4D-95B7-C58B7DAF935B}" type="presParOf" srcId="{3D613824-7903-C74B-BC30-F2AD6855D954}" destId="{3E5A32BD-0D01-7D4C-B0F8-6F70378CAA32}" srcOrd="1" destOrd="0" presId="urn:microsoft.com/office/officeart/2005/8/layout/hierarchy1"/>
    <dgm:cxn modelId="{08DB990E-242C-E745-AF4F-F8329E58453D}" type="presParOf" srcId="{4C495B2A-57CC-9948-A7C2-3FD6546FE5AD}" destId="{28C2D57E-E17D-B748-85D0-57BF2B25F41F}" srcOrd="3" destOrd="0" presId="urn:microsoft.com/office/officeart/2005/8/layout/hierarchy1"/>
    <dgm:cxn modelId="{9B3D501F-D555-C547-9F7C-78BD00049600}" type="presParOf" srcId="{28C2D57E-E17D-B748-85D0-57BF2B25F41F}" destId="{3210BF03-FB9F-454C-8487-4C41D6C44834}" srcOrd="0" destOrd="0" presId="urn:microsoft.com/office/officeart/2005/8/layout/hierarchy1"/>
    <dgm:cxn modelId="{E58BFBF5-5ECC-1F43-8337-652C15F24EC7}" type="presParOf" srcId="{3210BF03-FB9F-454C-8487-4C41D6C44834}" destId="{76DB6B2F-F871-BD41-8D11-93DE2995A9B1}" srcOrd="0" destOrd="0" presId="urn:microsoft.com/office/officeart/2005/8/layout/hierarchy1"/>
    <dgm:cxn modelId="{70368562-CC56-2E4E-92DB-BB8D759DA992}" type="presParOf" srcId="{3210BF03-FB9F-454C-8487-4C41D6C44834}" destId="{27D4A950-EF0C-3044-BE02-27E69BDFE291}" srcOrd="1" destOrd="0" presId="urn:microsoft.com/office/officeart/2005/8/layout/hierarchy1"/>
    <dgm:cxn modelId="{54FFEF47-B0FC-284C-A3A9-06B27D7D206D}" type="presParOf" srcId="{28C2D57E-E17D-B748-85D0-57BF2B25F41F}" destId="{FFC10B41-35A8-784A-91BF-2E3A0CDA19B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8DF00-8AF6-324E-B1BE-FE2B80380B2B}">
      <dsp:nvSpPr>
        <dsp:cNvPr id="0" name=""/>
        <dsp:cNvSpPr/>
      </dsp:nvSpPr>
      <dsp:spPr>
        <a:xfrm>
          <a:off x="21455" y="592"/>
          <a:ext cx="2395474" cy="1521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E65AE-F998-D546-A889-CD0AFC49ED8A}">
      <dsp:nvSpPr>
        <dsp:cNvPr id="0" name=""/>
        <dsp:cNvSpPr/>
      </dsp:nvSpPr>
      <dsp:spPr>
        <a:xfrm>
          <a:off x="287619" y="253447"/>
          <a:ext cx="2395474" cy="1521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Direct transmission pairs concentrate very strongly at extremely small TMRCA</a:t>
          </a:r>
        </a:p>
      </dsp:txBody>
      <dsp:txXfrm>
        <a:off x="332171" y="297999"/>
        <a:ext cx="2306370" cy="1432022"/>
      </dsp:txXfrm>
    </dsp:sp>
    <dsp:sp modelId="{0E347C48-E798-714A-A7C0-BA1F2B1E80A6}">
      <dsp:nvSpPr>
        <dsp:cNvPr id="0" name=""/>
        <dsp:cNvSpPr/>
      </dsp:nvSpPr>
      <dsp:spPr>
        <a:xfrm>
          <a:off x="2949257" y="592"/>
          <a:ext cx="2395474" cy="1521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06C6C-FF8D-F341-A60D-777867927EC0}">
      <dsp:nvSpPr>
        <dsp:cNvPr id="0" name=""/>
        <dsp:cNvSpPr/>
      </dsp:nvSpPr>
      <dsp:spPr>
        <a:xfrm>
          <a:off x="3215421" y="253447"/>
          <a:ext cx="2395474" cy="1521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Direct pairs shift toward smaller distances</a:t>
          </a:r>
        </a:p>
      </dsp:txBody>
      <dsp:txXfrm>
        <a:off x="3259973" y="297999"/>
        <a:ext cx="2306370" cy="1432022"/>
      </dsp:txXfrm>
    </dsp:sp>
    <dsp:sp modelId="{198909D6-8762-7A48-9A2A-AFFB89242000}">
      <dsp:nvSpPr>
        <dsp:cNvPr id="0" name=""/>
        <dsp:cNvSpPr/>
      </dsp:nvSpPr>
      <dsp:spPr>
        <a:xfrm>
          <a:off x="5877059" y="592"/>
          <a:ext cx="2395474" cy="1521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E1FFC-4551-4C47-B474-09CC41DA6064}">
      <dsp:nvSpPr>
        <dsp:cNvPr id="0" name=""/>
        <dsp:cNvSpPr/>
      </dsp:nvSpPr>
      <dsp:spPr>
        <a:xfrm>
          <a:off x="6143223" y="253447"/>
          <a:ext cx="2395474" cy="1521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Multiple local genealogies, increasing the number of independent mutational signals. </a:t>
          </a:r>
        </a:p>
      </dsp:txBody>
      <dsp:txXfrm>
        <a:off x="6187775" y="297999"/>
        <a:ext cx="2306370" cy="1432022"/>
      </dsp:txXfrm>
    </dsp:sp>
    <dsp:sp modelId="{76DB6B2F-F871-BD41-8D11-93DE2995A9B1}">
      <dsp:nvSpPr>
        <dsp:cNvPr id="0" name=""/>
        <dsp:cNvSpPr/>
      </dsp:nvSpPr>
      <dsp:spPr>
        <a:xfrm>
          <a:off x="8804861" y="592"/>
          <a:ext cx="2395474" cy="1521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4A950-EF0C-3044-BE02-27E69BDFE291}">
      <dsp:nvSpPr>
        <dsp:cNvPr id="0" name=""/>
        <dsp:cNvSpPr/>
      </dsp:nvSpPr>
      <dsp:spPr>
        <a:xfrm>
          <a:off x="9071025" y="253447"/>
          <a:ext cx="2395474" cy="1521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Phylogenetic distances are no longer dominated by a single shared haplotype</a:t>
          </a:r>
        </a:p>
      </dsp:txBody>
      <dsp:txXfrm>
        <a:off x="9115577" y="297999"/>
        <a:ext cx="2306370" cy="14320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5CDEB-56E7-4735-A679-9C551ABB5B25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1850" y="1143000"/>
            <a:ext cx="5194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F2DB4-3684-43F7-92A9-A0D50D0253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066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214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427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641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855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6068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282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496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709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31850" y="1143000"/>
            <a:ext cx="5194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2DB4-3684-43F7-92A9-A0D50D0253B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728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31850" y="1143000"/>
            <a:ext cx="5194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2DB4-3684-43F7-92A9-A0D50D0253B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82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45" y="2292675"/>
            <a:ext cx="10557510" cy="15819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3090" y="4182163"/>
            <a:ext cx="8694420" cy="1886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5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15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7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3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28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94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0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26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DFC-9E45-4BA0-BC30-0A0C9B3E0062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D3CAF-66D0-4B38-B219-3A6192FB313D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142" y="4742520"/>
            <a:ext cx="10557510" cy="1465807"/>
          </a:xfrm>
        </p:spPr>
        <p:txBody>
          <a:bodyPr anchor="t"/>
          <a:lstStyle>
            <a:lvl1pPr algn="l">
              <a:defRPr sz="407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1142" y="3128082"/>
            <a:ext cx="10557510" cy="1614437"/>
          </a:xfrm>
        </p:spPr>
        <p:txBody>
          <a:bodyPr anchor="b"/>
          <a:lstStyle>
            <a:lvl1pPr marL="0" indent="0">
              <a:buNone/>
              <a:defRPr sz="2038">
                <a:solidFill>
                  <a:schemeClr val="tx1">
                    <a:tint val="75000"/>
                  </a:schemeClr>
                </a:solidFill>
              </a:defRPr>
            </a:lvl1pPr>
            <a:lvl2pPr marL="465795" indent="0">
              <a:buNone/>
              <a:defRPr sz="1834">
                <a:solidFill>
                  <a:schemeClr val="tx1">
                    <a:tint val="75000"/>
                  </a:schemeClr>
                </a:solidFill>
              </a:defRPr>
            </a:lvl2pPr>
            <a:lvl3pPr marL="931591" indent="0">
              <a:buNone/>
              <a:defRPr sz="1630">
                <a:solidFill>
                  <a:schemeClr val="tx1">
                    <a:tint val="75000"/>
                  </a:schemeClr>
                </a:solidFill>
              </a:defRPr>
            </a:lvl3pPr>
            <a:lvl4pPr marL="1397386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4pPr>
            <a:lvl5pPr marL="1863181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5pPr>
            <a:lvl6pPr marL="2328977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6pPr>
            <a:lvl7pPr marL="2794772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7pPr>
            <a:lvl8pPr marL="3260568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8pPr>
            <a:lvl9pPr marL="3726363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5ADA3-C3B4-4393-93B8-207944E16BF6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1030" y="1722069"/>
            <a:ext cx="5485765" cy="4870649"/>
          </a:xfrm>
        </p:spPr>
        <p:txBody>
          <a:bodyPr/>
          <a:lstStyle>
            <a:lvl1pPr>
              <a:defRPr sz="2853"/>
            </a:lvl1pPr>
            <a:lvl2pPr>
              <a:defRPr sz="2445"/>
            </a:lvl2pPr>
            <a:lvl3pPr>
              <a:defRPr sz="2038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3805" y="1722069"/>
            <a:ext cx="5485765" cy="4870649"/>
          </a:xfrm>
        </p:spPr>
        <p:txBody>
          <a:bodyPr/>
          <a:lstStyle>
            <a:lvl1pPr>
              <a:defRPr sz="2853"/>
            </a:lvl1pPr>
            <a:lvl2pPr>
              <a:defRPr sz="2445"/>
            </a:lvl2pPr>
            <a:lvl3pPr>
              <a:defRPr sz="2038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5540-066D-42BD-9EF6-F9EECA1856D8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030" y="1652023"/>
            <a:ext cx="5487922" cy="688485"/>
          </a:xfrm>
        </p:spPr>
        <p:txBody>
          <a:bodyPr anchor="b"/>
          <a:lstStyle>
            <a:lvl1pPr marL="0" indent="0">
              <a:buNone/>
              <a:defRPr sz="2445" b="1"/>
            </a:lvl1pPr>
            <a:lvl2pPr marL="465795" indent="0">
              <a:buNone/>
              <a:defRPr sz="2038" b="1"/>
            </a:lvl2pPr>
            <a:lvl3pPr marL="931591" indent="0">
              <a:buNone/>
              <a:defRPr sz="1834" b="1"/>
            </a:lvl3pPr>
            <a:lvl4pPr marL="1397386" indent="0">
              <a:buNone/>
              <a:defRPr sz="1630" b="1"/>
            </a:lvl4pPr>
            <a:lvl5pPr marL="1863181" indent="0">
              <a:buNone/>
              <a:defRPr sz="1630" b="1"/>
            </a:lvl5pPr>
            <a:lvl6pPr marL="2328977" indent="0">
              <a:buNone/>
              <a:defRPr sz="1630" b="1"/>
            </a:lvl6pPr>
            <a:lvl7pPr marL="2794772" indent="0">
              <a:buNone/>
              <a:defRPr sz="1630" b="1"/>
            </a:lvl7pPr>
            <a:lvl8pPr marL="3260568" indent="0">
              <a:buNone/>
              <a:defRPr sz="1630" b="1"/>
            </a:lvl8pPr>
            <a:lvl9pPr marL="3726363" indent="0">
              <a:buNone/>
              <a:defRPr sz="1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" y="2340508"/>
            <a:ext cx="5487922" cy="4252208"/>
          </a:xfrm>
        </p:spPr>
        <p:txBody>
          <a:bodyPr/>
          <a:lstStyle>
            <a:lvl1pPr>
              <a:defRPr sz="2445"/>
            </a:lvl1pPr>
            <a:lvl2pPr>
              <a:defRPr sz="2038"/>
            </a:lvl2pPr>
            <a:lvl3pPr>
              <a:defRPr sz="1834"/>
            </a:lvl3pPr>
            <a:lvl4pPr>
              <a:defRPr sz="1630"/>
            </a:lvl4pPr>
            <a:lvl5pPr>
              <a:defRPr sz="1630"/>
            </a:lvl5pPr>
            <a:lvl6pPr>
              <a:defRPr sz="1630"/>
            </a:lvl6pPr>
            <a:lvl7pPr>
              <a:defRPr sz="1630"/>
            </a:lvl7pPr>
            <a:lvl8pPr>
              <a:defRPr sz="1630"/>
            </a:lvl8pPr>
            <a:lvl9pPr>
              <a:defRPr sz="16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9494" y="1652023"/>
            <a:ext cx="5490077" cy="688485"/>
          </a:xfrm>
        </p:spPr>
        <p:txBody>
          <a:bodyPr anchor="b"/>
          <a:lstStyle>
            <a:lvl1pPr marL="0" indent="0">
              <a:buNone/>
              <a:defRPr sz="2445" b="1"/>
            </a:lvl1pPr>
            <a:lvl2pPr marL="465795" indent="0">
              <a:buNone/>
              <a:defRPr sz="2038" b="1"/>
            </a:lvl2pPr>
            <a:lvl3pPr marL="931591" indent="0">
              <a:buNone/>
              <a:defRPr sz="1834" b="1"/>
            </a:lvl3pPr>
            <a:lvl4pPr marL="1397386" indent="0">
              <a:buNone/>
              <a:defRPr sz="1630" b="1"/>
            </a:lvl4pPr>
            <a:lvl5pPr marL="1863181" indent="0">
              <a:buNone/>
              <a:defRPr sz="1630" b="1"/>
            </a:lvl5pPr>
            <a:lvl6pPr marL="2328977" indent="0">
              <a:buNone/>
              <a:defRPr sz="1630" b="1"/>
            </a:lvl6pPr>
            <a:lvl7pPr marL="2794772" indent="0">
              <a:buNone/>
              <a:defRPr sz="1630" b="1"/>
            </a:lvl7pPr>
            <a:lvl8pPr marL="3260568" indent="0">
              <a:buNone/>
              <a:defRPr sz="1630" b="1"/>
            </a:lvl8pPr>
            <a:lvl9pPr marL="3726363" indent="0">
              <a:buNone/>
              <a:defRPr sz="1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9494" y="2340508"/>
            <a:ext cx="5490077" cy="4252208"/>
          </a:xfrm>
        </p:spPr>
        <p:txBody>
          <a:bodyPr/>
          <a:lstStyle>
            <a:lvl1pPr>
              <a:defRPr sz="2445"/>
            </a:lvl1pPr>
            <a:lvl2pPr>
              <a:defRPr sz="2038"/>
            </a:lvl2pPr>
            <a:lvl3pPr>
              <a:defRPr sz="1834"/>
            </a:lvl3pPr>
            <a:lvl4pPr>
              <a:defRPr sz="1630"/>
            </a:lvl4pPr>
            <a:lvl5pPr>
              <a:defRPr sz="1630"/>
            </a:lvl5pPr>
            <a:lvl6pPr>
              <a:defRPr sz="1630"/>
            </a:lvl6pPr>
            <a:lvl7pPr>
              <a:defRPr sz="1630"/>
            </a:lvl7pPr>
            <a:lvl8pPr>
              <a:defRPr sz="1630"/>
            </a:lvl8pPr>
            <a:lvl9pPr>
              <a:defRPr sz="16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4776F-76E5-483F-A736-9FDA4B5B4611}" type="datetime1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067-5D53-47A8-9FB4-ED0EF01C4281}" type="datetime1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CB8-5EDB-4676-9C93-E02B07C24875}" type="datetime1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1" y="293845"/>
            <a:ext cx="4086292" cy="1250549"/>
          </a:xfrm>
        </p:spPr>
        <p:txBody>
          <a:bodyPr anchor="b"/>
          <a:lstStyle>
            <a:lvl1pPr algn="l">
              <a:defRPr sz="203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6110" y="293847"/>
            <a:ext cx="6943461" cy="6298871"/>
          </a:xfrm>
        </p:spPr>
        <p:txBody>
          <a:bodyPr/>
          <a:lstStyle>
            <a:lvl1pPr>
              <a:defRPr sz="3260"/>
            </a:lvl1pPr>
            <a:lvl2pPr>
              <a:defRPr sz="2853"/>
            </a:lvl2pPr>
            <a:lvl3pPr>
              <a:defRPr sz="2445"/>
            </a:lvl3pPr>
            <a:lvl4pPr>
              <a:defRPr sz="2038"/>
            </a:lvl4pPr>
            <a:lvl5pPr>
              <a:defRPr sz="2038"/>
            </a:lvl5pPr>
            <a:lvl6pPr>
              <a:defRPr sz="2038"/>
            </a:lvl6pPr>
            <a:lvl7pPr>
              <a:defRPr sz="2038"/>
            </a:lvl7pPr>
            <a:lvl8pPr>
              <a:defRPr sz="2038"/>
            </a:lvl8pPr>
            <a:lvl9pPr>
              <a:defRPr sz="20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1031" y="1544395"/>
            <a:ext cx="4086292" cy="5048323"/>
          </a:xfrm>
        </p:spPr>
        <p:txBody>
          <a:bodyPr/>
          <a:lstStyle>
            <a:lvl1pPr marL="0" indent="0">
              <a:buNone/>
              <a:defRPr sz="1426"/>
            </a:lvl1pPr>
            <a:lvl2pPr marL="465795" indent="0">
              <a:buNone/>
              <a:defRPr sz="1223"/>
            </a:lvl2pPr>
            <a:lvl3pPr marL="931591" indent="0">
              <a:buNone/>
              <a:defRPr sz="1019"/>
            </a:lvl3pPr>
            <a:lvl4pPr marL="1397386" indent="0">
              <a:buNone/>
              <a:defRPr sz="917"/>
            </a:lvl4pPr>
            <a:lvl5pPr marL="1863181" indent="0">
              <a:buNone/>
              <a:defRPr sz="917"/>
            </a:lvl5pPr>
            <a:lvl6pPr marL="2328977" indent="0">
              <a:buNone/>
              <a:defRPr sz="917"/>
            </a:lvl6pPr>
            <a:lvl7pPr marL="2794772" indent="0">
              <a:buNone/>
              <a:defRPr sz="917"/>
            </a:lvl7pPr>
            <a:lvl8pPr marL="3260568" indent="0">
              <a:buNone/>
              <a:defRPr sz="917"/>
            </a:lvl8pPr>
            <a:lvl9pPr marL="3726363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07F20-041F-43C9-8C61-3D690E92AD53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524" y="5166202"/>
            <a:ext cx="7452360" cy="609899"/>
          </a:xfrm>
        </p:spPr>
        <p:txBody>
          <a:bodyPr anchor="b"/>
          <a:lstStyle>
            <a:lvl1pPr algn="l">
              <a:defRPr sz="203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4524" y="659442"/>
            <a:ext cx="7452360" cy="4428173"/>
          </a:xfrm>
        </p:spPr>
        <p:txBody>
          <a:bodyPr/>
          <a:lstStyle>
            <a:lvl1pPr marL="0" indent="0">
              <a:buNone/>
              <a:defRPr sz="3260"/>
            </a:lvl1pPr>
            <a:lvl2pPr marL="465795" indent="0">
              <a:buNone/>
              <a:defRPr sz="2853"/>
            </a:lvl2pPr>
            <a:lvl3pPr marL="931591" indent="0">
              <a:buNone/>
              <a:defRPr sz="2445"/>
            </a:lvl3pPr>
            <a:lvl4pPr marL="1397386" indent="0">
              <a:buNone/>
              <a:defRPr sz="2038"/>
            </a:lvl4pPr>
            <a:lvl5pPr marL="1863181" indent="0">
              <a:buNone/>
              <a:defRPr sz="2038"/>
            </a:lvl5pPr>
            <a:lvl6pPr marL="2328977" indent="0">
              <a:buNone/>
              <a:defRPr sz="2038"/>
            </a:lvl6pPr>
            <a:lvl7pPr marL="2794772" indent="0">
              <a:buNone/>
              <a:defRPr sz="2038"/>
            </a:lvl7pPr>
            <a:lvl8pPr marL="3260568" indent="0">
              <a:buNone/>
              <a:defRPr sz="2038"/>
            </a:lvl8pPr>
            <a:lvl9pPr marL="3726363" indent="0">
              <a:buNone/>
              <a:defRPr sz="203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4524" y="5776101"/>
            <a:ext cx="7452360" cy="866158"/>
          </a:xfrm>
        </p:spPr>
        <p:txBody>
          <a:bodyPr/>
          <a:lstStyle>
            <a:lvl1pPr marL="0" indent="0">
              <a:buNone/>
              <a:defRPr sz="1426"/>
            </a:lvl1pPr>
            <a:lvl2pPr marL="465795" indent="0">
              <a:buNone/>
              <a:defRPr sz="1223"/>
            </a:lvl2pPr>
            <a:lvl3pPr marL="931591" indent="0">
              <a:buNone/>
              <a:defRPr sz="1019"/>
            </a:lvl3pPr>
            <a:lvl4pPr marL="1397386" indent="0">
              <a:buNone/>
              <a:defRPr sz="917"/>
            </a:lvl4pPr>
            <a:lvl5pPr marL="1863181" indent="0">
              <a:buNone/>
              <a:defRPr sz="917"/>
            </a:lvl5pPr>
            <a:lvl6pPr marL="2328977" indent="0">
              <a:buNone/>
              <a:defRPr sz="917"/>
            </a:lvl6pPr>
            <a:lvl7pPr marL="2794772" indent="0">
              <a:buNone/>
              <a:defRPr sz="917"/>
            </a:lvl7pPr>
            <a:lvl8pPr marL="3260568" indent="0">
              <a:buNone/>
              <a:defRPr sz="917"/>
            </a:lvl8pPr>
            <a:lvl9pPr marL="3726363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EA729-5D3F-4131-9B7F-7B58AAC17214}" type="datetime1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48D7-FC86-4175-82F5-5405F2E4B0ED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04935" y="295556"/>
            <a:ext cx="2794635" cy="6297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1030" y="295556"/>
            <a:ext cx="8176895" cy="6297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3F56-CDC8-4475-B617-A4705BCA565B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1030" y="295554"/>
            <a:ext cx="11178540" cy="1230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030" y="1722069"/>
            <a:ext cx="11178540" cy="4870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1030" y="6840435"/>
            <a:ext cx="289814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24497-CA88-40C1-B734-9120B022A7CA}" type="datetime1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3705" y="6840435"/>
            <a:ext cx="393319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01430" y="6840435"/>
            <a:ext cx="289814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65795" rtl="0" eaLnBrk="1" latinLnBrk="0" hangingPunct="1">
        <a:spcBef>
          <a:spcPct val="0"/>
        </a:spcBef>
        <a:buNone/>
        <a:defRPr sz="44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347" indent="-349347" algn="l" defTabSz="465795" rtl="0" eaLnBrk="1" latinLnBrk="0" hangingPunct="1">
        <a:spcBef>
          <a:spcPct val="20000"/>
        </a:spcBef>
        <a:buFont typeface="Arial"/>
        <a:buChar char="•"/>
        <a:defRPr sz="3260" kern="1200">
          <a:solidFill>
            <a:schemeClr val="tx1"/>
          </a:solidFill>
          <a:latin typeface="+mn-lt"/>
          <a:ea typeface="+mn-ea"/>
          <a:cs typeface="+mn-cs"/>
        </a:defRPr>
      </a:lvl1pPr>
      <a:lvl2pPr marL="756917" indent="-291122" algn="l" defTabSz="465795" rtl="0" eaLnBrk="1" latinLnBrk="0" hangingPunct="1">
        <a:spcBef>
          <a:spcPct val="20000"/>
        </a:spcBef>
        <a:buFont typeface="Arial"/>
        <a:buChar char="–"/>
        <a:defRPr sz="2853" kern="1200">
          <a:solidFill>
            <a:schemeClr val="tx1"/>
          </a:solidFill>
          <a:latin typeface="+mn-lt"/>
          <a:ea typeface="+mn-ea"/>
          <a:cs typeface="+mn-cs"/>
        </a:defRPr>
      </a:lvl2pPr>
      <a:lvl3pPr marL="1164488" indent="-232898" algn="l" defTabSz="465795" rtl="0" eaLnBrk="1" latinLnBrk="0" hangingPunct="1">
        <a:spcBef>
          <a:spcPct val="20000"/>
        </a:spcBef>
        <a:buFont typeface="Arial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3pPr>
      <a:lvl4pPr marL="1630284" indent="-232898" algn="l" defTabSz="465795" rtl="0" eaLnBrk="1" latinLnBrk="0" hangingPunct="1">
        <a:spcBef>
          <a:spcPct val="20000"/>
        </a:spcBef>
        <a:buFont typeface="Arial"/>
        <a:buChar char="–"/>
        <a:defRPr sz="2038" kern="1200">
          <a:solidFill>
            <a:schemeClr val="tx1"/>
          </a:solidFill>
          <a:latin typeface="+mn-lt"/>
          <a:ea typeface="+mn-ea"/>
          <a:cs typeface="+mn-cs"/>
        </a:defRPr>
      </a:lvl4pPr>
      <a:lvl5pPr marL="2096079" indent="-232898" algn="l" defTabSz="465795" rtl="0" eaLnBrk="1" latinLnBrk="0" hangingPunct="1">
        <a:spcBef>
          <a:spcPct val="20000"/>
        </a:spcBef>
        <a:buFont typeface="Arial"/>
        <a:buChar char="»"/>
        <a:defRPr sz="2038" kern="1200">
          <a:solidFill>
            <a:schemeClr val="tx1"/>
          </a:solidFill>
          <a:latin typeface="+mn-lt"/>
          <a:ea typeface="+mn-ea"/>
          <a:cs typeface="+mn-cs"/>
        </a:defRPr>
      </a:lvl5pPr>
      <a:lvl6pPr marL="2561874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6pPr>
      <a:lvl7pPr marL="3027670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7pPr>
      <a:lvl8pPr marL="3493465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8pPr>
      <a:lvl9pPr marL="3959261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1pPr>
      <a:lvl2pPr marL="465795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2pPr>
      <a:lvl3pPr marL="931591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3pPr>
      <a:lvl4pPr marL="1397386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4pPr>
      <a:lvl5pPr marL="1863181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5pPr>
      <a:lvl6pPr marL="2328977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6pPr>
      <a:lvl7pPr marL="2794772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7pPr>
      <a:lvl8pPr marL="3260568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8pPr>
      <a:lvl9pPr marL="3726363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51" y="-1"/>
            <a:ext cx="12417495" cy="7380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52" y="0"/>
            <a:ext cx="12417495" cy="7380287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25F6AD-9418-4374-8ECA-3780082B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6042" y="753201"/>
            <a:ext cx="10914558" cy="5847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9335" y="620149"/>
            <a:ext cx="6016471" cy="31936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/>
              <a:t>Benchmarking Transmission Inference Methods Using Simulated Genomic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9335" y="4051705"/>
            <a:ext cx="6016471" cy="2359672"/>
          </a:xfrm>
        </p:spPr>
        <p:txBody>
          <a:bodyPr vert="horz" lIns="91440" tIns="45720" rIns="91440" bIns="45720" rtlCol="0">
            <a:normAutofit/>
          </a:bodyPr>
          <a:lstStyle/>
          <a:p>
            <a:pPr algn="l" defTabSz="914400">
              <a:lnSpc>
                <a:spcPct val="90000"/>
              </a:lnSpc>
              <a:spcBef>
                <a:spcPts val="1000"/>
              </a:spcBef>
            </a:pPr>
            <a:r>
              <a:rPr lang="en-US" sz="2300">
                <a:solidFill>
                  <a:schemeClr val="tx1"/>
                </a:solidFill>
              </a:rPr>
              <a:t>A Plasmodium </a:t>
            </a:r>
            <a:r>
              <a:rPr lang="en-US" sz="2300" i="1">
                <a:solidFill>
                  <a:schemeClr val="tx1"/>
                </a:solidFill>
              </a:rPr>
              <a:t>falciparum</a:t>
            </a:r>
            <a:r>
              <a:rPr lang="en-US" sz="2300">
                <a:solidFill>
                  <a:schemeClr val="tx1"/>
                </a:solidFill>
              </a:rPr>
              <a:t> simulation and evaluation framework for IBS – IBD – phylogenetic distances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083774-A903-4B1B-BC6A-94C1F048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365171" y="0"/>
            <a:ext cx="330942" cy="7380278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E07EB8-B07C-4EF5-8DE2-6B03F3EC8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583932"/>
            <a:ext cx="124206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9679CC-0AEA-4729-827F-5738C1051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79102" y="6037"/>
            <a:ext cx="0" cy="7380287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08723" y="5904074"/>
            <a:ext cx="4380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800" b="1" dirty="0"/>
              <a:t>Mouhamadou Fadel DIOP</a:t>
            </a:r>
            <a:endParaRPr lang="en-GB" sz="28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4841D-ABAD-BB4E-F69D-EA7333FD6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4588626" cy="7380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907" y="47166"/>
            <a:ext cx="7050786" cy="739218"/>
          </a:xfrm>
        </p:spPr>
        <p:txBody>
          <a:bodyPr>
            <a:normAutofit fontScale="90000"/>
          </a:bodyPr>
          <a:lstStyle/>
          <a:p>
            <a:r>
              <a:rPr dirty="0"/>
              <a:t>Rationale for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674" y="786384"/>
            <a:ext cx="11415251" cy="3407715"/>
          </a:xfrm>
        </p:spPr>
        <p:txBody>
          <a:bodyPr>
            <a:noAutofit/>
          </a:bodyPr>
          <a:lstStyle/>
          <a:p>
            <a:r>
              <a:rPr lang="en-GB" sz="2400" dirty="0"/>
              <a:t>E</a:t>
            </a:r>
            <a:r>
              <a:rPr sz="2400" dirty="0"/>
              <a:t>valuate the reliability of transmission inference methods under varying biological and sampling conditions. 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These methods include:</a:t>
            </a:r>
          </a:p>
          <a:p>
            <a:pPr lvl="2"/>
            <a:r>
              <a:rPr lang="en-GB" sz="2400" dirty="0">
                <a:solidFill>
                  <a:srgbClr val="00B0F0"/>
                </a:solidFill>
              </a:rPr>
              <a:t>Identity-by-descent (IBD)</a:t>
            </a:r>
          </a:p>
          <a:p>
            <a:pPr lvl="2"/>
            <a:r>
              <a:rPr lang="en-GB" sz="2400" dirty="0">
                <a:solidFill>
                  <a:srgbClr val="00B0F0"/>
                </a:solidFill>
              </a:rPr>
              <a:t>Identity-by-state (IBS) </a:t>
            </a:r>
          </a:p>
          <a:p>
            <a:pPr lvl="2"/>
            <a:r>
              <a:rPr lang="en-GB" sz="2400" dirty="0">
                <a:solidFill>
                  <a:srgbClr val="00B0F0"/>
                </a:solidFill>
              </a:rPr>
              <a:t>Phylogenetic Patristic distance</a:t>
            </a:r>
            <a:r>
              <a:rPr lang="en-GB" sz="2400" dirty="0"/>
              <a:t>	</a:t>
            </a:r>
          </a:p>
          <a:p>
            <a:endParaRPr lang="en-GB" sz="2400" dirty="0"/>
          </a:p>
          <a:p>
            <a:r>
              <a:rPr lang="en-GB" sz="2400" dirty="0"/>
              <a:t>Objective:</a:t>
            </a:r>
            <a:r>
              <a:rPr sz="2400" dirty="0"/>
              <a:t> </a:t>
            </a:r>
            <a:endParaRPr lang="en-GB" sz="24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Identify “who infected whom”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D</a:t>
            </a:r>
            <a:r>
              <a:rPr sz="2400" dirty="0">
                <a:solidFill>
                  <a:srgbClr val="00B050"/>
                </a:solidFill>
              </a:rPr>
              <a:t>etermine under which conditions these methods can accurately recover </a:t>
            </a:r>
            <a:r>
              <a:rPr lang="en-GB" sz="2400" dirty="0">
                <a:solidFill>
                  <a:srgbClr val="00B050"/>
                </a:solidFill>
              </a:rPr>
              <a:t>malaria </a:t>
            </a:r>
            <a:r>
              <a:rPr sz="2400" dirty="0">
                <a:solidFill>
                  <a:srgbClr val="00B050"/>
                </a:solidFill>
              </a:rPr>
              <a:t>transmission links from genomic data.</a:t>
            </a:r>
            <a:endParaRPr lang="en-GB" sz="2400" dirty="0">
              <a:solidFill>
                <a:srgbClr val="00B050"/>
              </a:solidFill>
            </a:endParaRPr>
          </a:p>
          <a:p>
            <a:pPr marL="116449" indent="0">
              <a:lnSpc>
                <a:spcPct val="120000"/>
              </a:lnSpc>
              <a:buNone/>
            </a:pPr>
            <a:r>
              <a:rPr lang="en-US" sz="2400" b="1" dirty="0"/>
              <a:t>Under what conditions does transmission inference become identifiable?</a:t>
            </a:r>
            <a:endParaRPr lang="en-GB" sz="3215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t>3</a:t>
            </a:fld>
            <a:endParaRPr lang="en-US" sz="20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0" y="76098"/>
            <a:ext cx="11178540" cy="1230048"/>
          </a:xfrm>
        </p:spPr>
        <p:txBody>
          <a:bodyPr/>
          <a:lstStyle/>
          <a:p>
            <a:r>
              <a:rPr dirty="0"/>
              <a:t>Simulation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255613"/>
            <a:ext cx="11178540" cy="52224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800" dirty="0"/>
              <a:t>S</a:t>
            </a:r>
            <a:r>
              <a:rPr sz="2800" dirty="0"/>
              <a:t>imulate </a:t>
            </a:r>
            <a:r>
              <a:rPr lang="en-GB" sz="2800" dirty="0"/>
              <a:t>scenarios for </a:t>
            </a:r>
            <a:r>
              <a:rPr sz="2800" dirty="0"/>
              <a:t>evolving </a:t>
            </a:r>
            <a:r>
              <a:rPr lang="en-GB" sz="2800" dirty="0"/>
              <a:t>P.f </a:t>
            </a:r>
            <a:r>
              <a:rPr sz="2800" dirty="0"/>
              <a:t>populations with different parameters:</a:t>
            </a:r>
            <a:endParaRPr lang="en-GB" sz="2800" dirty="0"/>
          </a:p>
          <a:p>
            <a:pPr lvl="1" defTabSz="914400" eaLnBrk="0" fontAlgn="base" hangingPunct="0">
              <a:lnSpc>
                <a:spcPct val="2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Forward-time, individual-based simulations of Plasmodium</a:t>
            </a:r>
            <a:r>
              <a:rPr lang="en-US" sz="2400" i="1" dirty="0"/>
              <a:t> falciparum</a:t>
            </a:r>
            <a:r>
              <a:rPr lang="en-US" sz="2400" dirty="0"/>
              <a:t> using SLiM</a:t>
            </a:r>
          </a:p>
          <a:p>
            <a:pPr lvl="1" defTabSz="914400" eaLnBrk="0" fontAlgn="base" hangingPunct="0">
              <a:lnSpc>
                <a:spcPct val="2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</a:rPr>
              <a:t>Explicit infection-to-infection transmission pedigrees (ground truth known)</a:t>
            </a:r>
          </a:p>
          <a:p>
            <a:pPr lvl="1" defTabSz="914400" eaLnBrk="0" fontAlgn="base" hangingPunct="0">
              <a:lnSpc>
                <a:spcPct val="2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Whole-genome data generated from tree sequences</a:t>
            </a:r>
          </a:p>
          <a:p>
            <a:pPr lvl="1" defTabSz="914400" eaLnBrk="0" fontAlgn="base" hangingPunct="0">
              <a:lnSpc>
                <a:spcPct val="2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True shared IBD from the tree sequences (proxy to transmission)</a:t>
            </a:r>
          </a:p>
          <a:p>
            <a:pPr lvl="1" defTabSz="914400" eaLnBrk="0" fontAlgn="base" hangingPunct="0">
              <a:lnSpc>
                <a:spcPct val="2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Genomic inference methods evaluated against true transmission histories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4</a:t>
            </a:fld>
            <a:endParaRPr lang="en-US" sz="20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5</a:t>
            </a:fld>
            <a:endParaRPr lang="en-US" sz="2038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" y="303154"/>
            <a:ext cx="10494414" cy="590310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3776" y="6537960"/>
            <a:ext cx="7349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Figure 1</a:t>
            </a:r>
            <a:r>
              <a:rPr lang="en-GB" sz="2000" dirty="0"/>
              <a:t>: Overview of Pf simulation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27498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0" y="295554"/>
            <a:ext cx="11178540" cy="869569"/>
          </a:xfrm>
        </p:spPr>
        <p:txBody>
          <a:bodyPr/>
          <a:lstStyle/>
          <a:p>
            <a:r>
              <a:rPr dirty="0"/>
              <a:t>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368108"/>
            <a:ext cx="11178540" cy="547232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E</a:t>
            </a:r>
            <a:r>
              <a:rPr sz="2400" dirty="0" err="1"/>
              <a:t>xtract</a:t>
            </a:r>
            <a:r>
              <a:rPr sz="2400" dirty="0"/>
              <a:t> true IBD segments from tree sequences using </a:t>
            </a:r>
            <a:r>
              <a:rPr sz="2400" dirty="0" err="1"/>
              <a:t>tskitIBD</a:t>
            </a:r>
            <a:r>
              <a:rPr sz="2400" dirty="0"/>
              <a:t>.</a:t>
            </a:r>
            <a:endParaRPr lang="en-GB" sz="2400" dirty="0"/>
          </a:p>
          <a:p>
            <a:pPr>
              <a:buFont typeface="Wingdings" panose="05000000000000000000" pitchFamily="2" charset="2"/>
              <a:buChar char="q"/>
            </a:pPr>
            <a:endParaRPr sz="2400" dirty="0"/>
          </a:p>
          <a:p>
            <a:pPr>
              <a:buFont typeface="Wingdings" panose="05000000000000000000" pitchFamily="2" charset="2"/>
              <a:buChar char="q"/>
            </a:pPr>
            <a:r>
              <a:rPr sz="2400" dirty="0"/>
              <a:t>Each pair </a:t>
            </a:r>
            <a:r>
              <a:rPr lang="en-GB" sz="2400" dirty="0"/>
              <a:t>of individuals</a:t>
            </a:r>
            <a:r>
              <a:rPr sz="2400" dirty="0"/>
              <a:t> sharing IBD segment with TMRCA ≤ </a:t>
            </a:r>
            <a:r>
              <a:rPr lang="en-GB" sz="2400" dirty="0"/>
              <a:t>G</a:t>
            </a:r>
            <a:r>
              <a:rPr sz="2400" dirty="0"/>
              <a:t> generations defines a true transmission proxy.</a:t>
            </a:r>
          </a:p>
          <a:p>
            <a:endParaRPr sz="2400" dirty="0"/>
          </a:p>
          <a:p>
            <a:pPr>
              <a:buFont typeface="Wingdings" panose="05000000000000000000" pitchFamily="2" charset="2"/>
              <a:buChar char="q"/>
            </a:pPr>
            <a:r>
              <a:rPr sz="2400" dirty="0"/>
              <a:t>Predicted metrics were derived from the </a:t>
            </a:r>
            <a:r>
              <a:rPr lang="en-GB" sz="2400" dirty="0"/>
              <a:t>generated </a:t>
            </a:r>
            <a:r>
              <a:rPr sz="2400" dirty="0"/>
              <a:t>VCF: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</a:rPr>
              <a:t>IBS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estimates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IBD estimates (hmmIBD, isoRelate, …)</a:t>
            </a:r>
            <a:endParaRPr lang="en-GB" sz="2400" dirty="0">
              <a:solidFill>
                <a:schemeClr val="accent6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</a:rPr>
              <a:t>Phylogenetic cophenetic distance</a:t>
            </a:r>
          </a:p>
          <a:p>
            <a:endParaRPr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C</a:t>
            </a:r>
            <a:r>
              <a:rPr sz="2400" dirty="0"/>
              <a:t>omputed Precision-Recall curves comparing predicted vs. true relatedness to assess recoverability.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6</a:t>
            </a:fld>
            <a:endParaRPr lang="en-US" sz="20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00" b="1" smtClean="0"/>
              <a:t>7</a:t>
            </a:fld>
            <a:endParaRPr 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49877" y="121175"/>
            <a:ext cx="3888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705" y="957574"/>
            <a:ext cx="1078579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Single, well-mixed parasite population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Biologically realistic mutation and recombination rates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Dense sampling of infections from a single outbreak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Represents an </a:t>
            </a:r>
            <a:r>
              <a:rPr lang="en-US" sz="2400" i="1" dirty="0"/>
              <a:t>optimistic upper bound</a:t>
            </a:r>
            <a:r>
              <a:rPr lang="en-US" sz="2400" dirty="0"/>
              <a:t> for genomic transmission inference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Fixed all biological and </a:t>
            </a:r>
            <a:r>
              <a:rPr lang="en-GB" sz="2400" dirty="0" err="1"/>
              <a:t>epi</a:t>
            </a:r>
            <a:r>
              <a:rPr lang="en-GB" sz="2400" dirty="0"/>
              <a:t> parameters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Mutation rate: 1.0e-08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Recombination rate: 1/15000 (~ 6.67e-07)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Sample size: 1000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Population size: 1000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Effective population size: 10.000</a:t>
            </a:r>
          </a:p>
        </p:txBody>
      </p:sp>
    </p:spTree>
    <p:extLst>
      <p:ext uri="{BB962C8B-B14F-4D97-AF65-F5344CB8AC3E}">
        <p14:creationId xmlns:p14="http://schemas.microsoft.com/office/powerpoint/2010/main" val="4100721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20463" y="404934"/>
            <a:ext cx="3577133" cy="79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83" b="1" dirty="0"/>
              <a:t>SCENARIO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580939"/>
            <a:ext cx="111046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Single population, identical demography and sampling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Recombination rate varied across four orders of magnitude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Range spans near-clonal to highly recombining parasite populations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Multiple replicates per recombination level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Purpose:</a:t>
            </a:r>
            <a:br>
              <a:rPr lang="en-US" sz="2400" dirty="0"/>
            </a:br>
            <a:r>
              <a:rPr lang="en-US" sz="2400" dirty="0"/>
              <a:t>Isolate the effect of recombination on genomic signal and identify thresholds where transmission inference breaks down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240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040" y="356616"/>
            <a:ext cx="10717530" cy="629490"/>
          </a:xfrm>
        </p:spPr>
        <p:txBody>
          <a:bodyPr>
            <a:normAutofit fontScale="90000"/>
          </a:bodyPr>
          <a:lstStyle/>
          <a:p>
            <a:r>
              <a:rPr dirty="0"/>
              <a:t>Why Vary Recombination Rate?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247998"/>
            <a:ext cx="10763894" cy="43800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sz="2800" dirty="0"/>
              <a:t>Recombination determines how quickly genetic linkage decays between loci.</a:t>
            </a:r>
          </a:p>
          <a:p>
            <a:endParaRPr sz="2800" dirty="0"/>
          </a:p>
          <a:p>
            <a:pPr marL="750471" lvl="1" indent="-342900">
              <a:buFont typeface="Arial" panose="020B0604020202020204" pitchFamily="34" charset="0"/>
              <a:buChar char="•"/>
            </a:pPr>
            <a:r>
              <a:rPr sz="2800" dirty="0"/>
              <a:t>Low r: longer shared IBD tracts, easier detection of close transmission links.</a:t>
            </a:r>
          </a:p>
          <a:p>
            <a:pPr marL="750471" lvl="1" indent="-342900">
              <a:buFont typeface="Arial" panose="020B0604020202020204" pitchFamily="34" charset="0"/>
              <a:buChar char="•"/>
            </a:pPr>
            <a:r>
              <a:rPr sz="2800" dirty="0"/>
              <a:t>High r: shorter tracts, increased difficulty in inferring direct ancestry.</a:t>
            </a:r>
          </a:p>
          <a:p>
            <a:endParaRPr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/>
              <a:t>A</a:t>
            </a:r>
            <a:r>
              <a:rPr sz="2800" dirty="0"/>
              <a:t>ssess the robustness of each inference method across different recombination r</a:t>
            </a:r>
            <a:r>
              <a:rPr lang="en-GB" sz="2800" dirty="0"/>
              <a:t>ates </a:t>
            </a:r>
            <a:r>
              <a:rPr lang="en-US" sz="2800" dirty="0"/>
              <a:t>(10⁻</a:t>
            </a:r>
            <a:r>
              <a:rPr lang="en-US" sz="2800" b="1" baseline="30000" dirty="0"/>
              <a:t>9 </a:t>
            </a:r>
            <a:r>
              <a:rPr lang="en-US" sz="2800" dirty="0"/>
              <a:t>– 10⁻⁶)</a:t>
            </a:r>
            <a:r>
              <a:rPr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9</a:t>
            </a:fld>
            <a:endParaRPr lang="en-US" sz="203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20463" y="276918"/>
            <a:ext cx="3577133" cy="79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83" b="1" dirty="0"/>
              <a:t>SCENARIO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195" y="1197627"/>
            <a:ext cx="1112028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Multi-Population Structure and Migration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Two to four subpopulations representing geographically distinct foci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Migration rates ranging from low to high connectivity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Transmission chains allowed to cross population boundaries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Sampling performed within and across subpopulations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Recombination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Migration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Sampling proportion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Transmission bottleneck size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Dozens of biologically plausible parameter combinations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Replicated simulations for each parameter set</a:t>
            </a:r>
          </a:p>
          <a:p>
            <a:endParaRPr lang="en-US" sz="2000" b="1" dirty="0"/>
          </a:p>
          <a:p>
            <a:r>
              <a:rPr lang="en-US" sz="2000" b="1" dirty="0"/>
              <a:t>Purpose:</a:t>
            </a:r>
            <a:br>
              <a:rPr lang="en-US" sz="2000" dirty="0"/>
            </a:br>
            <a:r>
              <a:rPr lang="en-US" sz="2000" dirty="0"/>
              <a:t>Assess how spatial structure and parasite movement distort transmission inference and inflate false positives</a:t>
            </a:r>
          </a:p>
          <a:p>
            <a:endParaRPr lang="en-US" sz="2000" dirty="0"/>
          </a:p>
          <a:p>
            <a:r>
              <a:rPr lang="en-US" sz="2000" dirty="0"/>
              <a:t>Map the full inference landscape and identify regions where genomic transmission reconstruction is feasible, unstable, or impossible.</a:t>
            </a:r>
          </a:p>
        </p:txBody>
      </p:sp>
    </p:spTree>
    <p:extLst>
      <p:ext uri="{BB962C8B-B14F-4D97-AF65-F5344CB8AC3E}">
        <p14:creationId xmlns:p14="http://schemas.microsoft.com/office/powerpoint/2010/main" val="3574060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7F60E-232B-125D-E369-91D57F8D8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190" y="249382"/>
            <a:ext cx="7772400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4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3335" y="6728076"/>
            <a:ext cx="9826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Figure 2</a:t>
            </a:r>
            <a:r>
              <a:rPr lang="en-GB" sz="2000" dirty="0"/>
              <a:t>: Recombination vs IBD signal: </a:t>
            </a:r>
            <a:r>
              <a:rPr lang="en-US" sz="2000" dirty="0"/>
              <a:t>Impact of Recombination on IBD Distributions</a:t>
            </a:r>
            <a:endParaRPr lang="en-GB" sz="2000" dirty="0"/>
          </a:p>
        </p:txBody>
      </p:sp>
      <p:sp>
        <p:nvSpPr>
          <p:cNvPr id="3" name="Rectangle 2"/>
          <p:cNvSpPr/>
          <p:nvPr/>
        </p:nvSpPr>
        <p:spPr>
          <a:xfrm>
            <a:off x="178907" y="336019"/>
            <a:ext cx="68787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Recombination destroys genomic signal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D1B1A-D65A-A8E3-3693-FBF2B1705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668" y="815019"/>
            <a:ext cx="7772400" cy="5829300"/>
          </a:xfrm>
          <a:prstGeom prst="rect">
            <a:avLst/>
          </a:prstGeom>
        </p:spPr>
      </p:pic>
      <p:sp>
        <p:nvSpPr>
          <p:cNvPr id="9" name="Rectangle 20">
            <a:extLst>
              <a:ext uri="{FF2B5EF4-FFF2-40B4-BE49-F238E27FC236}">
                <a16:creationId xmlns:a16="http://schemas.microsoft.com/office/drawing/2014/main" id="{DB8DC973-72F4-62DB-7D66-DB3E2817C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05" y="1409319"/>
            <a:ext cx="340821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Recombination strongly erodes the genomic signal needed for identifying transmission links.</a:t>
            </a:r>
            <a:br>
              <a:rPr kumimoji="0" lang="en-GM" altLang="en-GM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</a:br>
            <a:r>
              <a:rPr kumimoji="0" lang="en-GM" altLang="en-GM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As recombination rate increases, </a:t>
            </a:r>
            <a:r>
              <a:rPr kumimoji="0" lang="en-GM" altLang="en-GM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IBD patterns degrade</a:t>
            </a:r>
            <a:r>
              <a:rPr kumimoji="0" lang="en-GM" altLang="en-GM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, making it much harder to detect who‑infected‑whom using genomic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M" altLang="en-GM" sz="160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higher recombination destroys the IBD signal</a:t>
            </a:r>
            <a:r>
              <a:rPr kumimoji="0" lang="en-GM" altLang="en-GM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required for accurate inference.</a:t>
            </a:r>
            <a:endParaRPr kumimoji="0" lang="en-GM" altLang="en-GM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5079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05C93F-CC94-CB56-EEEC-8935619A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8CD672-0A0C-4D98-CE1B-2A9F88049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6" y="1201489"/>
            <a:ext cx="1112242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3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🧬 1. What is IBD (Identity‑By‑Descent) in simple terms?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Think of IBD as “genetic footprints” inherited from the same recent ancestor.</a:t>
            </a:r>
            <a:endParaRPr kumimoji="0" lang="en-GM" altLang="en-GM" sz="2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👉 Simple 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IBD = long chunks of DNA that two individuals share because they both inherited them from the same ancestor.</a:t>
            </a:r>
            <a:b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Not “similar by coincidence,” but </a:t>
            </a: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literally the same piece copied down through generations</a:t>
            </a: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  <a:endParaRPr kumimoji="0" lang="en-GM" altLang="en-GM" sz="2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👉 An analogy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Imagine two people owning pages from the same original book.</a:t>
            </a:r>
            <a:b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If their pages still match almost word‑for‑word, it means they came from the same recent printing.</a:t>
            </a:r>
            <a:b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As time and copying proceed, the pages get more edited, mixed, or torn.</a:t>
            </a:r>
            <a:endParaRPr kumimoji="0" lang="en-GM" altLang="en-GM" sz="2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👉 Why IBD matters for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infectious disease genomics (like </a:t>
            </a:r>
            <a:r>
              <a:rPr kumimoji="0" lang="en-GM" altLang="en-GM" sz="1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Plasmodium falciparum</a:t>
            </a: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), when two infections share long IBD tracts, it often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they are </a:t>
            </a: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recently connected</a:t>
            </a: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in the transmission chain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possibly </a:t>
            </a: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linked through the same mosquito bite</a:t>
            </a: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or recent co‑transmission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 share a </a:t>
            </a: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close ancestor parasite</a:t>
            </a: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from just a few generations 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So IBD is like a </a:t>
            </a: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signal of genetic closeness</a:t>
            </a:r>
            <a: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useful for asking:</a:t>
            </a:r>
            <a:br>
              <a:rPr kumimoji="0" lang="en-GM" altLang="en-GM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GM" altLang="en-GM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“Who is linked to whom, and how recently?”</a:t>
            </a:r>
            <a:endParaRPr kumimoji="0" lang="en-GM" altLang="en-GM" sz="36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674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C9894-E417-3047-9D06-2D5CB494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96660-87B5-A3BF-FF58-F1AFA3CF0E95}"/>
              </a:ext>
            </a:extLst>
          </p:cNvPr>
          <p:cNvSpPr txBox="1"/>
          <p:nvPr/>
        </p:nvSpPr>
        <p:spPr>
          <a:xfrm>
            <a:off x="632178" y="406399"/>
            <a:ext cx="11277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3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🔄 2. How does recombination affect genomic analysis?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Recombination is the mixing and shuffling of genetic material.</a:t>
            </a:r>
            <a:endParaRPr kumimoji="0" lang="en-GM" altLang="en-GM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Imagine shuffling two decks of cards into a new deck — the original sequences become mixed.</a:t>
            </a:r>
            <a:endParaRPr kumimoji="0" lang="en-GM" altLang="en-GM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👉 What recombination does biologically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Every time recombination occurs: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long inherited DNA segments are </a:t>
            </a:r>
            <a:r>
              <a:rPr kumimoji="0" lang="en-GM" altLang="en-GM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broken into smaller pieces</a:t>
            </a:r>
            <a:endParaRPr kumimoji="0" lang="en-GM" altLang="en-GM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shared ancestry becomes harder to see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IBD segments become </a:t>
            </a:r>
            <a:r>
              <a:rPr kumimoji="0" lang="en-GM" altLang="en-GM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shorter, fewer, or disappear</a:t>
            </a:r>
            <a:endParaRPr kumimoji="0" lang="en-GM" altLang="en-GM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Your slide shows exactly this pattern — </a:t>
            </a:r>
            <a:r>
              <a:rPr kumimoji="0" lang="en-GM" altLang="en-GM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higher recombination destroys IBD signal</a:t>
            </a: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  <a:endParaRPr kumimoji="0" lang="en-GM" altLang="en-GM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🚨 Why this matters for genomic transmission inference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1. It erodes the IBD signal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High recombination breaks up ancestral DNA rapidly, so: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IBD tracts become too short to detect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parasites look genetically unrelated even when they are connected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transmission links become </a:t>
            </a:r>
            <a:r>
              <a:rPr kumimoji="0" lang="en-GM" altLang="en-GM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hard or impossible to identify</a:t>
            </a:r>
            <a:endParaRPr kumimoji="0" lang="en-GM" altLang="en-GM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2. It “blurs” genetic similarity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Genomes become so shuffled that individuals no longer show clear patterns of relatedness.</a:t>
            </a:r>
            <a:endParaRPr kumimoji="0" lang="en-GM" altLang="en-GM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3. It reduces the power of all genomic inference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As your slide highlights: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IBD patterns degrade</a:t>
            </a:r>
            <a:endParaRPr kumimoji="0" lang="en-GM" altLang="en-GM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This makes it much harder to detect who infected whom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Genomic methods lose strength as recombination increases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4. But… recombination can also sometimes help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At very high levels, recombination makes genomes more independent, increasing the number of different genealogies.</a:t>
            </a:r>
            <a:b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</a:b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This can help phylogenetic methods </a:t>
            </a:r>
            <a:r>
              <a:rPr kumimoji="0" lang="en-GM" altLang="en-GM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slightly</a:t>
            </a:r>
            <a:r>
              <a:rPr kumimoji="0" lang="en-GM" altLang="en-GM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 at the highest recombination rates (from slide 13), but only because the signal is no longer dominated by a few long haplotypes.</a:t>
            </a:r>
            <a:endParaRPr kumimoji="0" lang="en-GM" altLang="en-GM" sz="3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0251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41231-8151-5621-11EA-2E4A656D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FF96B-8F06-9728-AC10-972BCA35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8D5ECD-2E71-52CB-4444-5FD6AED21040}"/>
              </a:ext>
            </a:extLst>
          </p:cNvPr>
          <p:cNvGraphicFramePr>
            <a:graphicFrameLocks noGrp="1"/>
          </p:cNvGraphicFramePr>
          <p:nvPr/>
        </p:nvGraphicFramePr>
        <p:xfrm>
          <a:off x="620713" y="2996438"/>
          <a:ext cx="11179174" cy="2322449"/>
        </p:xfrm>
        <a:graphic>
          <a:graphicData uri="http://schemas.openxmlformats.org/drawingml/2006/table">
            <a:tbl>
              <a:tblPr/>
              <a:tblGrid>
                <a:gridCol w="5589587">
                  <a:extLst>
                    <a:ext uri="{9D8B030D-6E8A-4147-A177-3AD203B41FA5}">
                      <a16:colId xmlns:a16="http://schemas.microsoft.com/office/drawing/2014/main" val="217015800"/>
                    </a:ext>
                  </a:extLst>
                </a:gridCol>
                <a:gridCol w="5589587">
                  <a:extLst>
                    <a:ext uri="{9D8B030D-6E8A-4147-A177-3AD203B41FA5}">
                      <a16:colId xmlns:a16="http://schemas.microsoft.com/office/drawing/2014/main" val="2225404396"/>
                    </a:ext>
                  </a:extLst>
                </a:gridCol>
              </a:tblGrid>
              <a:tr h="370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Concept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Simple Explanation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442749"/>
                  </a:ext>
                </a:extLst>
              </a:tr>
              <a:tr h="650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>
                          <a:effectLst/>
                        </a:rPr>
                        <a:t>IBD</a:t>
                      </a:r>
                      <a:endParaRPr lang="en-GB" sz="18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Long DNA pieces shared because they came from the same recent ancestor.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873077"/>
                  </a:ext>
                </a:extLst>
              </a:tr>
              <a:tr h="650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>
                          <a:effectLst/>
                        </a:rPr>
                        <a:t>Effect of recombination</a:t>
                      </a:r>
                      <a:endParaRPr lang="en-GB" sz="18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Breaks up these shared pieces, making genomic relationships harder to detect.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919249"/>
                  </a:ext>
                </a:extLst>
              </a:tr>
              <a:tr h="650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>
                          <a:effectLst/>
                        </a:rPr>
                        <a:t>Why you care</a:t>
                      </a:r>
                      <a:endParaRPr lang="en-GB" sz="18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effectLst/>
                        </a:rPr>
                        <a:t>High recombination destroys the genetic footprints needed to reconstruct transmission chains.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904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950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95864"/>
              </p:ext>
            </p:extLst>
          </p:nvPr>
        </p:nvGraphicFramePr>
        <p:xfrm>
          <a:off x="4397974" y="518550"/>
          <a:ext cx="7401596" cy="6167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229447" imgH="6857790" progId="Acrobat.Document.DC">
                  <p:embed/>
                </p:oleObj>
              </mc:Choice>
              <mc:Fallback>
                <p:oleObj name="Acrobat Document" r:id="rId2" imgW="8229447" imgH="6857790" progId="Acrobat.Document.DC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97974" y="518550"/>
                        <a:ext cx="7401596" cy="6167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0457" y="6815918"/>
            <a:ext cx="10702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Figure 3</a:t>
            </a:r>
            <a:r>
              <a:rPr lang="en-GB" sz="2000" dirty="0"/>
              <a:t>: </a:t>
            </a:r>
            <a:r>
              <a:rPr lang="en-US" sz="2000" dirty="0"/>
              <a:t>Performance of genomic inference methods across realistic transmission conditions</a:t>
            </a:r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41668" y="837127"/>
            <a:ext cx="4005329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Sensitivity declines sharply under realistic recombination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False Discovery Rate inflates under migration and high recombination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Precision–Recall curves reveal no reliable threshold for identifying direct transmission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IBD-based methods never dominate across all conditions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7E4C0-5E62-6654-482E-62B8AF0494CD}"/>
              </a:ext>
            </a:extLst>
          </p:cNvPr>
          <p:cNvSpPr txBox="1"/>
          <p:nvPr/>
        </p:nvSpPr>
        <p:spPr>
          <a:xfrm>
            <a:off x="4638502" y="315884"/>
            <a:ext cx="7331825" cy="380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>
                <a:solidFill>
                  <a:srgbClr val="FF0000"/>
                </a:solidFill>
              </a:rPr>
              <a:t>Review classification for recombination sweep</a:t>
            </a:r>
          </a:p>
        </p:txBody>
      </p:sp>
    </p:spTree>
    <p:extLst>
      <p:ext uri="{BB962C8B-B14F-4D97-AF65-F5344CB8AC3E}">
        <p14:creationId xmlns:p14="http://schemas.microsoft.com/office/powerpoint/2010/main" val="372926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453" y="740873"/>
            <a:ext cx="6837120" cy="4102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7577" y="6640380"/>
            <a:ext cx="712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Figure 4</a:t>
            </a:r>
            <a:r>
              <a:rPr lang="en-GB" sz="2000" dirty="0"/>
              <a:t>: Sensitivity to recombination heterogeneity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6742" y="740873"/>
            <a:ext cx="4775708" cy="412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Precision–recall balance (F1) for recovering </a:t>
            </a:r>
            <a:r>
              <a:rPr lang="en-US" b="1" i="1" dirty="0"/>
              <a:t>direct transmission links</a:t>
            </a:r>
          </a:p>
          <a:p>
            <a:endParaRPr lang="en-US" b="1" i="1" dirty="0"/>
          </a:p>
          <a:p>
            <a:endParaRPr lang="en-US" b="1" i="1" dirty="0"/>
          </a:p>
          <a:p>
            <a:r>
              <a:rPr lang="en-US" dirty="0"/>
              <a:t>Methods perform extremely poorly at low rec rate and differences are negligible</a:t>
            </a:r>
          </a:p>
          <a:p>
            <a:pPr marL="818114" lvl="1" indent="-342900">
              <a:buFont typeface="Arial" panose="020B0604020202020204" pitchFamily="34" charset="0"/>
              <a:buChar char="•"/>
            </a:pPr>
            <a:r>
              <a:rPr lang="en-US" b="1" dirty="0"/>
              <a:t>ancestral signal</a:t>
            </a:r>
            <a:r>
              <a:rPr lang="en-US" dirty="0"/>
              <a:t>, not just recent transmission signal.</a:t>
            </a:r>
          </a:p>
          <a:p>
            <a:endParaRPr lang="en-US" dirty="0"/>
          </a:p>
          <a:p>
            <a:r>
              <a:rPr lang="en-US" dirty="0"/>
              <a:t>IBD and IBS show a sharp increase in F1 while phylogenetic only improves substantially at the highest rate.</a:t>
            </a:r>
          </a:p>
          <a:p>
            <a:pPr marL="818114" lvl="1" indent="-34290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i="1" dirty="0"/>
              <a:t>very recent</a:t>
            </a:r>
            <a:r>
              <a:rPr lang="en-US" b="1" dirty="0"/>
              <a:t> transmission </a:t>
            </a:r>
            <a:r>
              <a:rPr lang="en-US" dirty="0"/>
              <a:t>retains detectable IBD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186742" y="5563673"/>
            <a:ext cx="11288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Recombination reduces the </a:t>
            </a:r>
            <a:r>
              <a:rPr lang="en-US" sz="2000" i="1" dirty="0">
                <a:solidFill>
                  <a:srgbClr val="00B050"/>
                </a:solidFill>
              </a:rPr>
              <a:t>detectability</a:t>
            </a:r>
            <a:r>
              <a:rPr lang="en-US" sz="2000" dirty="0">
                <a:solidFill>
                  <a:srgbClr val="00B050"/>
                </a:solidFill>
              </a:rPr>
              <a:t> of IBD but increases the </a:t>
            </a:r>
            <a:r>
              <a:rPr lang="en-US" sz="2000" i="1" dirty="0">
                <a:solidFill>
                  <a:srgbClr val="00B050"/>
                </a:solidFill>
              </a:rPr>
              <a:t>identifiability</a:t>
            </a:r>
            <a:r>
              <a:rPr lang="en-US" sz="2000" dirty="0">
                <a:solidFill>
                  <a:srgbClr val="00B050"/>
                </a:solidFill>
              </a:rPr>
              <a:t> of direct transmission.</a:t>
            </a:r>
            <a:endParaRPr lang="en-GB" sz="2000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53512-D9F6-88FF-6367-64B7DCD3628E}"/>
              </a:ext>
            </a:extLst>
          </p:cNvPr>
          <p:cNvSpPr txBox="1"/>
          <p:nvPr/>
        </p:nvSpPr>
        <p:spPr>
          <a:xfrm>
            <a:off x="4821382" y="149629"/>
            <a:ext cx="6899563" cy="380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>
                <a:solidFill>
                  <a:srgbClr val="FF0000"/>
                </a:solidFill>
              </a:rPr>
              <a:t>Format x-axis</a:t>
            </a:r>
          </a:p>
        </p:txBody>
      </p:sp>
    </p:spTree>
    <p:extLst>
      <p:ext uri="{BB962C8B-B14F-4D97-AF65-F5344CB8AC3E}">
        <p14:creationId xmlns:p14="http://schemas.microsoft.com/office/powerpoint/2010/main" val="4069440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783"/>
            <a:ext cx="6997454" cy="4198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24" y="450783"/>
            <a:ext cx="6522076" cy="4198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608" y="6671256"/>
            <a:ext cx="7637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Figure 5</a:t>
            </a:r>
            <a:r>
              <a:rPr lang="en-GB" sz="2000" dirty="0"/>
              <a:t>: P</a:t>
            </a:r>
            <a:r>
              <a:rPr lang="en-US" sz="2000" dirty="0" err="1"/>
              <a:t>hylogenetic</a:t>
            </a:r>
            <a:r>
              <a:rPr lang="en-US" sz="2000" dirty="0"/>
              <a:t> misrepresentation of true transmission</a:t>
            </a:r>
            <a:endParaRPr lang="en-GB" sz="2000" dirty="0"/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20AD1EFD-6947-C9A9-D3B4-D530936E5E60}"/>
              </a:ext>
            </a:extLst>
          </p:cNvPr>
          <p:cNvGraphicFramePr/>
          <p:nvPr/>
        </p:nvGraphicFramePr>
        <p:xfrm>
          <a:off x="360608" y="4701330"/>
          <a:ext cx="11487955" cy="1775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6168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38" y="838267"/>
            <a:ext cx="4829577" cy="55281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04" y="838267"/>
            <a:ext cx="10721430" cy="570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37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51" y="838267"/>
            <a:ext cx="10721430" cy="57053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593" y="218724"/>
            <a:ext cx="6177688" cy="707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42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88" y="769609"/>
            <a:ext cx="5579747" cy="46497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609"/>
            <a:ext cx="6210300" cy="455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65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79" y="325810"/>
            <a:ext cx="7676353" cy="63969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1" r="19218"/>
          <a:stretch/>
        </p:blipFill>
        <p:spPr>
          <a:xfrm>
            <a:off x="7667013" y="828740"/>
            <a:ext cx="4245946" cy="50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64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33" y="631065"/>
            <a:ext cx="7068816" cy="58906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1" r="15288"/>
          <a:stretch/>
        </p:blipFill>
        <p:spPr>
          <a:xfrm>
            <a:off x="7048507" y="1365161"/>
            <a:ext cx="5134757" cy="449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5" y="495231"/>
            <a:ext cx="6953883" cy="57949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2" r="13179"/>
          <a:stretch/>
        </p:blipFill>
        <p:spPr>
          <a:xfrm>
            <a:off x="7186718" y="1298965"/>
            <a:ext cx="5086848" cy="41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85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953" y="650517"/>
            <a:ext cx="9284877" cy="61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39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64" y="659980"/>
            <a:ext cx="8733552" cy="5822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4790" y="1877621"/>
            <a:ext cx="2916616" cy="3626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PR-AUC quantifies how well predicted relatedness identifies true transmission pairs</a:t>
            </a:r>
            <a:r>
              <a:rPr lang="en-US" dirty="0"/>
              <a:t>.</a:t>
            </a:r>
          </a:p>
          <a:p>
            <a:endParaRPr lang="en-GB" dirty="0"/>
          </a:p>
          <a:p>
            <a:r>
              <a:rPr lang="en-GB" dirty="0"/>
              <a:t>Results show …….. with increasing recombination rate:</a:t>
            </a:r>
          </a:p>
          <a:p>
            <a:pPr marL="407571" lvl="1" indent="0">
              <a:buNone/>
            </a:pPr>
            <a:r>
              <a:rPr lang="en-GB" dirty="0"/>
              <a:t>- r = 10⁻</a:t>
            </a:r>
            <a:r>
              <a:rPr lang="en-GB" b="1" baseline="30000" dirty="0"/>
              <a:t>9</a:t>
            </a:r>
            <a:r>
              <a:rPr lang="en-GB" dirty="0"/>
              <a:t> → PR-AUC ≈</a:t>
            </a:r>
          </a:p>
          <a:p>
            <a:pPr marL="407571" lvl="1" indent="0">
              <a:buNone/>
            </a:pPr>
            <a:r>
              <a:rPr lang="en-GB" dirty="0"/>
              <a:t>- r = 10⁻⁸ → PR-AUC ≈ </a:t>
            </a:r>
          </a:p>
          <a:p>
            <a:pPr marL="407571" lvl="1" indent="0">
              <a:buNone/>
            </a:pPr>
            <a:r>
              <a:rPr lang="en-GB" dirty="0"/>
              <a:t>- r = 10⁻⁷ → PR-AUC ≈ </a:t>
            </a:r>
          </a:p>
          <a:p>
            <a:pPr marL="407571" lvl="1" indent="0">
              <a:buNone/>
            </a:pPr>
            <a:r>
              <a:rPr lang="en-GB" dirty="0"/>
              <a:t>- r = 10⁻⁶ → PR-AUC ≈ </a:t>
            </a:r>
          </a:p>
        </p:txBody>
      </p:sp>
    </p:spTree>
    <p:extLst>
      <p:ext uri="{BB962C8B-B14F-4D97-AF65-F5344CB8AC3E}">
        <p14:creationId xmlns:p14="http://schemas.microsoft.com/office/powerpoint/2010/main" val="4199076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3" y="1943767"/>
            <a:ext cx="6434411" cy="42896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624" y="184182"/>
            <a:ext cx="4856928" cy="38855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528" y="3690938"/>
            <a:ext cx="5375857" cy="358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83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4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56" y="370689"/>
            <a:ext cx="8332766" cy="666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2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384732"/>
            <a:ext cx="11178540" cy="461082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</a:t>
            </a:r>
            <a:r>
              <a:rPr dirty="0"/>
              <a:t>nference methods relying on genetic relatedness are sensitive to recombination dynamics.</a:t>
            </a:r>
            <a:endParaRPr lang="en-GB" dirty="0"/>
          </a:p>
          <a:p>
            <a:endParaRPr dirty="0"/>
          </a:p>
          <a:p>
            <a:r>
              <a:rPr dirty="0"/>
              <a:t>Hence, realistic modeling of recombination and infection complexity is essential for evaluating genomic transmission studies.</a:t>
            </a:r>
            <a:endParaRPr lang="en-GB" dirty="0"/>
          </a:p>
          <a:p>
            <a:endParaRPr lang="en-GB" dirty="0"/>
          </a:p>
          <a:p>
            <a:r>
              <a:rPr lang="en-US" dirty="0"/>
              <a:t>Beyond this regime, who-infected-whom is not identifiable for malaria transmission dynamics.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30</a:t>
            </a:fld>
            <a:endParaRPr lang="en-US" sz="2038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600" b="1" smtClean="0"/>
              <a:t>31</a:t>
            </a:fld>
            <a:endParaRPr lang="en-US" sz="1600" b="1" dirty="0"/>
          </a:p>
        </p:txBody>
      </p:sp>
      <p:sp>
        <p:nvSpPr>
          <p:cNvPr id="3" name="Rectangle 2"/>
          <p:cNvSpPr/>
          <p:nvPr/>
        </p:nvSpPr>
        <p:spPr>
          <a:xfrm>
            <a:off x="411756" y="1190737"/>
            <a:ext cx="1138781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a transmission network, the number of </a:t>
            </a:r>
            <a:r>
              <a:rPr lang="en-US" sz="2000" b="1" dirty="0">
                <a:solidFill>
                  <a:schemeClr val="accent1"/>
                </a:solidFill>
              </a:rPr>
              <a:t>true transmission pairs</a:t>
            </a:r>
            <a:r>
              <a:rPr lang="en-US" sz="2000" dirty="0"/>
              <a:t> (or recent co-transmission links) is tiny compared to the number of all possible pairs.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For </a:t>
            </a:r>
            <a:r>
              <a:rPr lang="en-US" sz="2000" i="1" dirty="0"/>
              <a:t>N</a:t>
            </a:r>
            <a:r>
              <a:rPr lang="en-US" sz="2000" dirty="0"/>
              <a:t> samples, there are </a:t>
            </a:r>
            <a:r>
              <a:rPr lang="en-US" sz="2000" b="1" i="1" dirty="0"/>
              <a:t>N(N−1)/2</a:t>
            </a:r>
            <a:r>
              <a:rPr lang="en-US" sz="2000" b="1" dirty="0"/>
              <a:t> </a:t>
            </a:r>
            <a:r>
              <a:rPr lang="en-US" sz="2000" dirty="0"/>
              <a:t>possible pairs — and </a:t>
            </a:r>
            <a:r>
              <a:rPr lang="en-US" sz="2000" b="1" dirty="0"/>
              <a:t>maybe &lt;1%</a:t>
            </a:r>
            <a:r>
              <a:rPr lang="en-US" sz="2000" dirty="0"/>
              <a:t> correspond to true transmission or close kinship.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ROC curves</a:t>
            </a:r>
            <a:r>
              <a:rPr lang="en-US" sz="2000" dirty="0"/>
              <a:t> (which plot True Positive Rate vs False Positive Rate) can look deceptively good even when a classifier is mostly wrong, because the False Positive Rate barely changes in imbalanced settings.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PR curves</a:t>
            </a:r>
            <a:r>
              <a:rPr lang="en-US" sz="2000" dirty="0"/>
              <a:t> (Precision vs Recall) focus on the positive class (true transmission pairs). They’re sensitive to how many </a:t>
            </a:r>
            <a:r>
              <a:rPr lang="en-US" sz="2000" i="1" dirty="0"/>
              <a:t>predicted</a:t>
            </a:r>
            <a:r>
              <a:rPr lang="en-US" sz="2000" dirty="0"/>
              <a:t> links are truly correct, which is what you care about.</a:t>
            </a:r>
          </a:p>
          <a:p>
            <a:endParaRPr lang="en-US" sz="2000" dirty="0"/>
          </a:p>
          <a:p>
            <a:r>
              <a:rPr lang="en-US" sz="2000" dirty="0"/>
              <a:t>Hence:</a:t>
            </a:r>
            <a:br>
              <a:rPr lang="en-US" sz="2000" dirty="0"/>
            </a:br>
            <a:r>
              <a:rPr lang="en-US" sz="2000" dirty="0"/>
              <a:t>→ </a:t>
            </a:r>
            <a:r>
              <a:rPr lang="en-US" sz="2000" b="1" dirty="0"/>
              <a:t>Use PR-AUC (area under the precision–recall curve)</a:t>
            </a:r>
            <a:r>
              <a:rPr lang="en-US" sz="2000" dirty="0"/>
              <a:t> for comparing methods (IBD vs IBS vs phylogenetic).</a:t>
            </a:r>
          </a:p>
          <a:p>
            <a:endParaRPr lang="en-US" sz="2000" dirty="0"/>
          </a:p>
          <a:p>
            <a:r>
              <a:rPr lang="en-US" sz="2000" b="1" dirty="0"/>
              <a:t>PR-AUC directly reflects “usefulness for inference”</a:t>
            </a:r>
          </a:p>
          <a:p>
            <a:r>
              <a:rPr lang="en-US" sz="2000" dirty="0"/>
              <a:t>A high PR-AUC means: when the method thinks two samples are closely related (precision), they usually are — and it recovers many of the true links (recall).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756" y="413415"/>
            <a:ext cx="102218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problem is highly </a:t>
            </a:r>
            <a:r>
              <a:rPr lang="en-US" sz="2800" b="1" i="1" dirty="0"/>
              <a:t>imbalanced data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695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21371</TotalTime>
  <Words>1581</Words>
  <Application>Microsoft Macintosh PowerPoint</Application>
  <PresentationFormat>Custom</PresentationFormat>
  <Paragraphs>206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Helvetica Neue Medium</vt:lpstr>
      <vt:lpstr>Segoe UI</vt:lpstr>
      <vt:lpstr>Wingdings</vt:lpstr>
      <vt:lpstr>Office Theme</vt:lpstr>
      <vt:lpstr>Acrobat Document</vt:lpstr>
      <vt:lpstr>Benchmarking Transmission Inference Methods Using Simulated Genomic Data</vt:lpstr>
      <vt:lpstr>Rationale for Simulation</vt:lpstr>
      <vt:lpstr>Simulation Design</vt:lpstr>
      <vt:lpstr>PowerPoint Presentation</vt:lpstr>
      <vt:lpstr>Evaluation Framework</vt:lpstr>
      <vt:lpstr>PowerPoint Presentation</vt:lpstr>
      <vt:lpstr>PowerPoint Presentation</vt:lpstr>
      <vt:lpstr>Why Vary Recombination Rate?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 Transmission Inference Methods Using Simulated Genomic Data</dc:title>
  <dc:subject/>
  <dc:creator>Diop Mouhamadou Fadel</dc:creator>
  <cp:keywords/>
  <dc:description>generated using python-pptx</dc:description>
  <cp:lastModifiedBy>Mouhamadou Fadel Diop</cp:lastModifiedBy>
  <cp:revision>67</cp:revision>
  <dcterms:created xsi:type="dcterms:W3CDTF">2013-01-27T09:14:16Z</dcterms:created>
  <dcterms:modified xsi:type="dcterms:W3CDTF">2025-12-29T00:38:13Z</dcterms:modified>
  <cp:category/>
</cp:coreProperties>
</file>